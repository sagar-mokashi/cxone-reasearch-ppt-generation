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366" r:id="rId5"/>
  </p:sldIdLst>
  <p:sldSz cx="12192000" cy="6858000"/>
  <p:notesSz cx="6858000" cy="9144000"/>
  <p:custDataLst>
    <p:tags r:id="rId8"/>
  </p:custDataLst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F7EC"/>
    <a:srgbClr val="ACF7F3"/>
    <a:srgbClr val="36EAD0"/>
    <a:srgbClr val="00E2A0"/>
    <a:srgbClr val="558BC9"/>
    <a:srgbClr val="FFB5D3"/>
    <a:srgbClr val="9CEDD1"/>
    <a:srgbClr val="ABF7F2"/>
    <a:srgbClr val="B98EFF"/>
    <a:srgbClr val="A6D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0C295-43D2-4FC1-825F-7661EFC30CD7}" v="11" dt="2026-03-23T06:58:23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525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4201"/>
        <p:guide pos="3840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8"/>
    </p:cViewPr>
  </p:sorterViewPr>
  <p:notesViewPr>
    <p:cSldViewPr snapToGrid="0" showGuides="1">
      <p:cViewPr varScale="1">
        <p:scale>
          <a:sx n="66" d="100"/>
          <a:sy n="66" d="100"/>
        </p:scale>
        <p:origin x="272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ar Mokashi" userId="4841905a-97ca-434b-b30c-5157e228653a" providerId="ADAL" clId="{D3278BA3-6700-44ED-A13E-4979418047D6}"/>
    <pc:docChg chg="undo custSel addSld delSld modSld">
      <pc:chgData name="Sagar Mokashi" userId="4841905a-97ca-434b-b30c-5157e228653a" providerId="ADAL" clId="{D3278BA3-6700-44ED-A13E-4979418047D6}" dt="2026-03-23T07:50:51.861" v="14" actId="47"/>
      <pc:docMkLst>
        <pc:docMk/>
      </pc:docMkLst>
      <pc:sldChg chg="addSp delSp modSp del mod modClrScheme chgLayout">
        <pc:chgData name="Sagar Mokashi" userId="4841905a-97ca-434b-b30c-5157e228653a" providerId="ADAL" clId="{D3278BA3-6700-44ED-A13E-4979418047D6}" dt="2026-03-23T07:50:51.861" v="14" actId="47"/>
        <pc:sldMkLst>
          <pc:docMk/>
          <pc:sldMk cId="2939722903" sldId="364"/>
        </pc:sldMkLst>
        <pc:spChg chg="add del mod">
          <ac:chgData name="Sagar Mokashi" userId="4841905a-97ca-434b-b30c-5157e228653a" providerId="ADAL" clId="{D3278BA3-6700-44ED-A13E-4979418047D6}" dt="2026-03-23T06:57:11.776" v="5" actId="700"/>
          <ac:spMkLst>
            <pc:docMk/>
            <pc:sldMk cId="2939722903" sldId="364"/>
            <ac:spMk id="2" creationId="{8F9CBEDC-580E-56FE-365C-303B551344DC}"/>
          </ac:spMkLst>
        </pc:spChg>
        <pc:spChg chg="add del mod">
          <ac:chgData name="Sagar Mokashi" userId="4841905a-97ca-434b-b30c-5157e228653a" providerId="ADAL" clId="{D3278BA3-6700-44ED-A13E-4979418047D6}" dt="2026-03-23T06:57:11.776" v="5" actId="700"/>
          <ac:spMkLst>
            <pc:docMk/>
            <pc:sldMk cId="2939722903" sldId="364"/>
            <ac:spMk id="3" creationId="{8E4CFFCD-F014-E07C-9248-E96E074E384A}"/>
          </ac:spMkLst>
        </pc:spChg>
        <pc:spChg chg="add del mod">
          <ac:chgData name="Sagar Mokashi" userId="4841905a-97ca-434b-b30c-5157e228653a" providerId="ADAL" clId="{D3278BA3-6700-44ED-A13E-4979418047D6}" dt="2026-03-23T06:57:11.776" v="5" actId="700"/>
          <ac:spMkLst>
            <pc:docMk/>
            <pc:sldMk cId="2939722903" sldId="364"/>
            <ac:spMk id="4" creationId="{FF790AEF-8F89-E467-71DE-5AF94E0F91A3}"/>
          </ac:spMkLst>
        </pc:spChg>
        <pc:spChg chg="add del mod">
          <ac:chgData name="Sagar Mokashi" userId="4841905a-97ca-434b-b30c-5157e228653a" providerId="ADAL" clId="{D3278BA3-6700-44ED-A13E-4979418047D6}" dt="2026-03-23T06:57:11.776" v="5" actId="700"/>
          <ac:spMkLst>
            <pc:docMk/>
            <pc:sldMk cId="2939722903" sldId="364"/>
            <ac:spMk id="5" creationId="{917F40C9-4237-B970-35DE-25C471BB2C4A}"/>
          </ac:spMkLst>
        </pc:spChg>
        <pc:spChg chg="add del mod">
          <ac:chgData name="Sagar Mokashi" userId="4841905a-97ca-434b-b30c-5157e228653a" providerId="ADAL" clId="{D3278BA3-6700-44ED-A13E-4979418047D6}" dt="2026-03-23T06:57:11.776" v="5" actId="700"/>
          <ac:spMkLst>
            <pc:docMk/>
            <pc:sldMk cId="2939722903" sldId="364"/>
            <ac:spMk id="6" creationId="{538A8382-8B5E-A806-85CD-FFB21C803EFC}"/>
          </ac:spMkLst>
        </pc:spChg>
        <pc:spChg chg="add del mod">
          <ac:chgData name="Sagar Mokashi" userId="4841905a-97ca-434b-b30c-5157e228653a" providerId="ADAL" clId="{D3278BA3-6700-44ED-A13E-4979418047D6}" dt="2026-03-23T06:57:11.776" v="5" actId="700"/>
          <ac:spMkLst>
            <pc:docMk/>
            <pc:sldMk cId="2939722903" sldId="364"/>
            <ac:spMk id="7" creationId="{DAEE3234-099A-43D2-588C-56A55F7A100D}"/>
          </ac:spMkLst>
        </pc:spChg>
        <pc:spChg chg="add del mod">
          <ac:chgData name="Sagar Mokashi" userId="4841905a-97ca-434b-b30c-5157e228653a" providerId="ADAL" clId="{D3278BA3-6700-44ED-A13E-4979418047D6}" dt="2026-03-23T06:57:11.776" v="5" actId="700"/>
          <ac:spMkLst>
            <pc:docMk/>
            <pc:sldMk cId="2939722903" sldId="364"/>
            <ac:spMk id="8" creationId="{DE72D861-D7B6-B2E8-5C6C-F012C901B6AA}"/>
          </ac:spMkLst>
        </pc:spChg>
        <pc:spChg chg="add del mod">
          <ac:chgData name="Sagar Mokashi" userId="4841905a-97ca-434b-b30c-5157e228653a" providerId="ADAL" clId="{D3278BA3-6700-44ED-A13E-4979418047D6}" dt="2026-03-23T06:57:23.504" v="7" actId="700"/>
          <ac:spMkLst>
            <pc:docMk/>
            <pc:sldMk cId="2939722903" sldId="364"/>
            <ac:spMk id="9" creationId="{0785E201-BBE9-C579-BB50-0350B7443BAC}"/>
          </ac:spMkLst>
        </pc:spChg>
        <pc:spChg chg="add del mod">
          <ac:chgData name="Sagar Mokashi" userId="4841905a-97ca-434b-b30c-5157e228653a" providerId="ADAL" clId="{D3278BA3-6700-44ED-A13E-4979418047D6}" dt="2026-03-23T06:57:23.504" v="7" actId="700"/>
          <ac:spMkLst>
            <pc:docMk/>
            <pc:sldMk cId="2939722903" sldId="364"/>
            <ac:spMk id="10" creationId="{0A85A8C0-CC4D-F261-3EF5-4AE679A207F5}"/>
          </ac:spMkLst>
        </pc:spChg>
        <pc:spChg chg="add mod">
          <ac:chgData name="Sagar Mokashi" userId="4841905a-97ca-434b-b30c-5157e228653a" providerId="ADAL" clId="{D3278BA3-6700-44ED-A13E-4979418047D6}" dt="2026-03-23T06:57:31.844" v="8" actId="700"/>
          <ac:spMkLst>
            <pc:docMk/>
            <pc:sldMk cId="2939722903" sldId="364"/>
            <ac:spMk id="11" creationId="{FCE8A55C-CB7A-9DC7-3D51-4B2B3245A414}"/>
          </ac:spMkLst>
        </pc:spChg>
        <pc:spChg chg="add mod">
          <ac:chgData name="Sagar Mokashi" userId="4841905a-97ca-434b-b30c-5157e228653a" providerId="ADAL" clId="{D3278BA3-6700-44ED-A13E-4979418047D6}" dt="2026-03-23T06:57:31.844" v="8" actId="700"/>
          <ac:spMkLst>
            <pc:docMk/>
            <pc:sldMk cId="2939722903" sldId="364"/>
            <ac:spMk id="12" creationId="{280850D8-EF9D-A081-A39E-09E5A73A3D82}"/>
          </ac:spMkLst>
        </pc:spChg>
        <pc:spChg chg="add mod">
          <ac:chgData name="Sagar Mokashi" userId="4841905a-97ca-434b-b30c-5157e228653a" providerId="ADAL" clId="{D3278BA3-6700-44ED-A13E-4979418047D6}" dt="2026-03-23T06:57:31.844" v="8" actId="700"/>
          <ac:spMkLst>
            <pc:docMk/>
            <pc:sldMk cId="2939722903" sldId="364"/>
            <ac:spMk id="13" creationId="{E199F304-8575-B677-2C73-7BD8A5ABD831}"/>
          </ac:spMkLst>
        </pc:spChg>
        <pc:spChg chg="add mod">
          <ac:chgData name="Sagar Mokashi" userId="4841905a-97ca-434b-b30c-5157e228653a" providerId="ADAL" clId="{D3278BA3-6700-44ED-A13E-4979418047D6}" dt="2026-03-23T06:57:31.844" v="8" actId="700"/>
          <ac:spMkLst>
            <pc:docMk/>
            <pc:sldMk cId="2939722903" sldId="364"/>
            <ac:spMk id="14" creationId="{E8548D7B-3C43-A915-896D-651622375AB9}"/>
          </ac:spMkLst>
        </pc:spChg>
        <pc:spChg chg="add del mod">
          <ac:chgData name="Sagar Mokashi" userId="4841905a-97ca-434b-b30c-5157e228653a" providerId="ADAL" clId="{D3278BA3-6700-44ED-A13E-4979418047D6}" dt="2026-03-23T06:58:10.680" v="11" actId="21"/>
          <ac:spMkLst>
            <pc:docMk/>
            <pc:sldMk cId="2939722903" sldId="364"/>
            <ac:spMk id="15" creationId="{26768699-DEB3-B961-E0D1-C18AE8E72636}"/>
          </ac:spMkLst>
        </pc:spChg>
      </pc:sldChg>
      <pc:sldChg chg="new del">
        <pc:chgData name="Sagar Mokashi" userId="4841905a-97ca-434b-b30c-5157e228653a" providerId="ADAL" clId="{D3278BA3-6700-44ED-A13E-4979418047D6}" dt="2026-03-23T07:50:49.823" v="13" actId="47"/>
        <pc:sldMkLst>
          <pc:docMk/>
          <pc:sldMk cId="1560105107" sldId="365"/>
        </pc:sldMkLst>
      </pc:sldChg>
      <pc:sldChg chg="new del">
        <pc:chgData name="Sagar Mokashi" userId="4841905a-97ca-434b-b30c-5157e228653a" providerId="ADAL" clId="{D3278BA3-6700-44ED-A13E-4979418047D6}" dt="2026-03-23T06:56:24.047" v="1" actId="47"/>
        <pc:sldMkLst>
          <pc:docMk/>
          <pc:sldMk cId="1830635722" sldId="365"/>
        </pc:sldMkLst>
      </pc:sldChg>
      <pc:sldChg chg="new">
        <pc:chgData name="Sagar Mokashi" userId="4841905a-97ca-434b-b30c-5157e228653a" providerId="ADAL" clId="{D3278BA3-6700-44ED-A13E-4979418047D6}" dt="2026-03-23T06:58:15.367" v="12" actId="680"/>
        <pc:sldMkLst>
          <pc:docMk/>
          <pc:sldMk cId="3668257769" sldId="366"/>
        </pc:sldMkLst>
      </pc:sldChg>
    </pc:docChg>
  </pc:docChgLst>
  <pc:docChgLst>
    <pc:chgData name="Ketali Wagh" userId="e1e071f6-67d8-414f-bb05-fd6812f0fd84" providerId="ADAL" clId="{CD2078AB-6E63-451C-B0F6-612325181B5F}"/>
    <pc:docChg chg="addSld delSld">
      <pc:chgData name="Ketali Wagh" userId="e1e071f6-67d8-414f-bb05-fd6812f0fd84" providerId="ADAL" clId="{CD2078AB-6E63-451C-B0F6-612325181B5F}" dt="2026-03-20T08:54:16.060" v="2" actId="4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F8CB03-18E7-41D2-B67D-207C2CC2B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8719B-23A1-4BE6-AD2A-58C36A994F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F236C-E723-4E27-8A83-8BB7D755F293}" type="datetimeFigureOut">
              <a:rPr lang="aa-ET" smtClean="0"/>
              <a:t>03/23/2026</a:t>
            </a:fld>
            <a:endParaRPr lang="aa-E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8EF5E-6A27-4F02-A95D-8B179728FF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05C91-8B1A-4FEA-833E-ACA0AC951A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F44E55-1889-48DC-B556-477B2BAFBFF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8809362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71B66E3-F020-4B1A-9CD6-505795A867F7}" type="datetimeFigureOut">
              <a:rPr lang="he-IL" smtClean="0"/>
              <a:t>ה'/ניסן/תשפ"ו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91CB5D1C-0BF9-4756-B988-2362CB24F0A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649974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 flipH="1">
            <a:off x="192087" y="188912"/>
            <a:ext cx="11807825" cy="6480175"/>
          </a:xfrm>
          <a:prstGeom prst="roundRect">
            <a:avLst>
              <a:gd name="adj" fmla="val 4454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81" y="4158372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8696675-5458-D48B-AD57-A1F12F2C455A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71500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1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A4C6835-0B4B-F98C-2079-B0290094E174}"/>
              </a:ext>
            </a:extLst>
          </p:cNvPr>
          <p:cNvGrpSpPr/>
          <p:nvPr userDrawn="1"/>
        </p:nvGrpSpPr>
        <p:grpSpPr>
          <a:xfrm>
            <a:off x="9520583" y="4944401"/>
            <a:ext cx="2158790" cy="1217941"/>
            <a:chOff x="9520583" y="4944401"/>
            <a:chExt cx="2158790" cy="1217941"/>
          </a:xfrm>
        </p:grpSpPr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AB74025C-AF03-FE0A-819D-9A719D951029}"/>
                </a:ext>
              </a:extLst>
            </p:cNvPr>
            <p:cNvGrpSpPr/>
            <p:nvPr/>
          </p:nvGrpSpPr>
          <p:grpSpPr>
            <a:xfrm>
              <a:off x="9520583" y="4944401"/>
              <a:ext cx="1187651" cy="209267"/>
              <a:chOff x="9520583" y="4944401"/>
              <a:chExt cx="1187651" cy="209267"/>
            </a:xfrm>
            <a:solidFill>
              <a:schemeClr val="bg1"/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D38CD553-6452-0687-B600-74EDC8BC56ED}"/>
                  </a:ext>
                </a:extLst>
              </p:cNvPr>
              <p:cNvSpPr/>
              <p:nvPr/>
            </p:nvSpPr>
            <p:spPr>
              <a:xfrm>
                <a:off x="9520583" y="4944401"/>
                <a:ext cx="187406" cy="209267"/>
              </a:xfrm>
              <a:custGeom>
                <a:avLst/>
                <a:gdLst>
                  <a:gd name="connsiteX0" fmla="*/ 98510 w 187406"/>
                  <a:gd name="connsiteY0" fmla="*/ 209268 h 209267"/>
                  <a:gd name="connsiteX1" fmla="*/ 44909 w 187406"/>
                  <a:gd name="connsiteY1" fmla="*/ 196361 h 209267"/>
                  <a:gd name="connsiteX2" fmla="*/ 11458 w 187406"/>
                  <a:gd name="connsiteY2" fmla="*/ 160145 h 209267"/>
                  <a:gd name="connsiteX3" fmla="*/ 0 w 187406"/>
                  <a:gd name="connsiteY3" fmla="*/ 105490 h 209267"/>
                  <a:gd name="connsiteX4" fmla="*/ 11721 w 187406"/>
                  <a:gd name="connsiteY4" fmla="*/ 50045 h 209267"/>
                  <a:gd name="connsiteX5" fmla="*/ 45436 w 187406"/>
                  <a:gd name="connsiteY5" fmla="*/ 13170 h 209267"/>
                  <a:gd name="connsiteX6" fmla="*/ 98247 w 187406"/>
                  <a:gd name="connsiteY6" fmla="*/ 0 h 209267"/>
                  <a:gd name="connsiteX7" fmla="*/ 140127 w 187406"/>
                  <a:gd name="connsiteY7" fmla="*/ 7902 h 209267"/>
                  <a:gd name="connsiteX8" fmla="*/ 170022 w 187406"/>
                  <a:gd name="connsiteY8" fmla="*/ 31344 h 209267"/>
                  <a:gd name="connsiteX9" fmla="*/ 184377 w 187406"/>
                  <a:gd name="connsiteY9" fmla="*/ 69273 h 209267"/>
                  <a:gd name="connsiteX10" fmla="*/ 144473 w 187406"/>
                  <a:gd name="connsiteY10" fmla="*/ 69273 h 209267"/>
                  <a:gd name="connsiteX11" fmla="*/ 129327 w 187406"/>
                  <a:gd name="connsiteY11" fmla="*/ 46884 h 209267"/>
                  <a:gd name="connsiteX12" fmla="*/ 99168 w 187406"/>
                  <a:gd name="connsiteY12" fmla="*/ 38587 h 209267"/>
                  <a:gd name="connsiteX13" fmla="*/ 66112 w 187406"/>
                  <a:gd name="connsiteY13" fmla="*/ 47938 h 209267"/>
                  <a:gd name="connsiteX14" fmla="*/ 48333 w 187406"/>
                  <a:gd name="connsiteY14" fmla="*/ 72170 h 209267"/>
                  <a:gd name="connsiteX15" fmla="*/ 42802 w 187406"/>
                  <a:gd name="connsiteY15" fmla="*/ 103514 h 209267"/>
                  <a:gd name="connsiteX16" fmla="*/ 48597 w 187406"/>
                  <a:gd name="connsiteY16" fmla="*/ 135912 h 209267"/>
                  <a:gd name="connsiteX17" fmla="*/ 66903 w 187406"/>
                  <a:gd name="connsiteY17" fmla="*/ 160803 h 209267"/>
                  <a:gd name="connsiteX18" fmla="*/ 99959 w 187406"/>
                  <a:gd name="connsiteY18" fmla="*/ 170285 h 209267"/>
                  <a:gd name="connsiteX19" fmla="*/ 121689 w 187406"/>
                  <a:gd name="connsiteY19" fmla="*/ 166729 h 209267"/>
                  <a:gd name="connsiteX20" fmla="*/ 137493 w 187406"/>
                  <a:gd name="connsiteY20" fmla="*/ 156194 h 209267"/>
                  <a:gd name="connsiteX21" fmla="*/ 146053 w 187406"/>
                  <a:gd name="connsiteY21" fmla="*/ 139731 h 209267"/>
                  <a:gd name="connsiteX22" fmla="*/ 187406 w 187406"/>
                  <a:gd name="connsiteY22" fmla="*/ 139731 h 209267"/>
                  <a:gd name="connsiteX23" fmla="*/ 172393 w 187406"/>
                  <a:gd name="connsiteY23" fmla="*/ 177529 h 209267"/>
                  <a:gd name="connsiteX24" fmla="*/ 140917 w 187406"/>
                  <a:gd name="connsiteY24" fmla="*/ 201103 h 209267"/>
                  <a:gd name="connsiteX25" fmla="*/ 98773 w 187406"/>
                  <a:gd name="connsiteY25" fmla="*/ 209004 h 209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7406" h="209267">
                    <a:moveTo>
                      <a:pt x="98510" y="209268"/>
                    </a:moveTo>
                    <a:cubicBezTo>
                      <a:pt x="77570" y="209268"/>
                      <a:pt x="59659" y="205054"/>
                      <a:pt x="44909" y="196361"/>
                    </a:cubicBezTo>
                    <a:cubicBezTo>
                      <a:pt x="30159" y="187801"/>
                      <a:pt x="18964" y="175685"/>
                      <a:pt x="11458" y="160145"/>
                    </a:cubicBezTo>
                    <a:cubicBezTo>
                      <a:pt x="3819" y="144604"/>
                      <a:pt x="0" y="126298"/>
                      <a:pt x="0" y="105490"/>
                    </a:cubicBezTo>
                    <a:cubicBezTo>
                      <a:pt x="0" y="84682"/>
                      <a:pt x="3951" y="65849"/>
                      <a:pt x="11721" y="50045"/>
                    </a:cubicBezTo>
                    <a:cubicBezTo>
                      <a:pt x="19491" y="34241"/>
                      <a:pt x="30686" y="21994"/>
                      <a:pt x="45436" y="13170"/>
                    </a:cubicBezTo>
                    <a:cubicBezTo>
                      <a:pt x="60054" y="4346"/>
                      <a:pt x="77702" y="0"/>
                      <a:pt x="98247" y="0"/>
                    </a:cubicBezTo>
                    <a:cubicBezTo>
                      <a:pt x="113919" y="0"/>
                      <a:pt x="127879" y="2634"/>
                      <a:pt x="140127" y="7902"/>
                    </a:cubicBezTo>
                    <a:cubicBezTo>
                      <a:pt x="152506" y="13170"/>
                      <a:pt x="162383" y="20940"/>
                      <a:pt x="170022" y="31344"/>
                    </a:cubicBezTo>
                    <a:cubicBezTo>
                      <a:pt x="177660" y="41748"/>
                      <a:pt x="182402" y="54260"/>
                      <a:pt x="184377" y="69273"/>
                    </a:cubicBezTo>
                    <a:lnTo>
                      <a:pt x="144473" y="69273"/>
                    </a:lnTo>
                    <a:cubicBezTo>
                      <a:pt x="141970" y="59791"/>
                      <a:pt x="136966" y="52416"/>
                      <a:pt x="129327" y="46884"/>
                    </a:cubicBezTo>
                    <a:cubicBezTo>
                      <a:pt x="121689" y="41353"/>
                      <a:pt x="111680" y="38587"/>
                      <a:pt x="99168" y="38587"/>
                    </a:cubicBezTo>
                    <a:cubicBezTo>
                      <a:pt x="85340" y="38587"/>
                      <a:pt x="74278" y="41748"/>
                      <a:pt x="66112" y="47938"/>
                    </a:cubicBezTo>
                    <a:cubicBezTo>
                      <a:pt x="57947" y="54128"/>
                      <a:pt x="52021" y="62293"/>
                      <a:pt x="48333" y="72170"/>
                    </a:cubicBezTo>
                    <a:cubicBezTo>
                      <a:pt x="44646" y="82048"/>
                      <a:pt x="42802" y="92584"/>
                      <a:pt x="42802" y="103514"/>
                    </a:cubicBezTo>
                    <a:cubicBezTo>
                      <a:pt x="42802" y="114445"/>
                      <a:pt x="44777" y="125640"/>
                      <a:pt x="48597" y="135912"/>
                    </a:cubicBezTo>
                    <a:cubicBezTo>
                      <a:pt x="52416" y="146185"/>
                      <a:pt x="58606" y="154350"/>
                      <a:pt x="66903" y="160803"/>
                    </a:cubicBezTo>
                    <a:cubicBezTo>
                      <a:pt x="75331" y="167125"/>
                      <a:pt x="86262" y="170285"/>
                      <a:pt x="99959" y="170285"/>
                    </a:cubicBezTo>
                    <a:cubicBezTo>
                      <a:pt x="107992" y="170285"/>
                      <a:pt x="115236" y="169100"/>
                      <a:pt x="121689" y="166729"/>
                    </a:cubicBezTo>
                    <a:cubicBezTo>
                      <a:pt x="128010" y="164359"/>
                      <a:pt x="133278" y="160803"/>
                      <a:pt x="137493" y="156194"/>
                    </a:cubicBezTo>
                    <a:cubicBezTo>
                      <a:pt x="141575" y="151584"/>
                      <a:pt x="144473" y="146053"/>
                      <a:pt x="146053" y="139731"/>
                    </a:cubicBezTo>
                    <a:lnTo>
                      <a:pt x="187406" y="139731"/>
                    </a:lnTo>
                    <a:cubicBezTo>
                      <a:pt x="185694" y="154613"/>
                      <a:pt x="180689" y="167125"/>
                      <a:pt x="172393" y="177529"/>
                    </a:cubicBezTo>
                    <a:cubicBezTo>
                      <a:pt x="164096" y="187933"/>
                      <a:pt x="153560" y="195835"/>
                      <a:pt x="140917" y="201103"/>
                    </a:cubicBezTo>
                    <a:cubicBezTo>
                      <a:pt x="128142" y="206370"/>
                      <a:pt x="114182" y="209004"/>
                      <a:pt x="98773" y="2090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CD2B69B-AC35-0BE4-FB7C-6A3D8478F389}"/>
                  </a:ext>
                </a:extLst>
              </p:cNvPr>
              <p:cNvSpPr/>
              <p:nvPr/>
            </p:nvSpPr>
            <p:spPr>
              <a:xfrm>
                <a:off x="9732353" y="4996553"/>
                <a:ext cx="94559" cy="154876"/>
              </a:xfrm>
              <a:custGeom>
                <a:avLst/>
                <a:gdLst>
                  <a:gd name="connsiteX0" fmla="*/ 0 w 94559"/>
                  <a:gd name="connsiteY0" fmla="*/ 154877 h 154876"/>
                  <a:gd name="connsiteX1" fmla="*/ 0 w 94559"/>
                  <a:gd name="connsiteY1" fmla="*/ 2634 h 154876"/>
                  <a:gd name="connsiteX2" fmla="*/ 36349 w 94559"/>
                  <a:gd name="connsiteY2" fmla="*/ 2634 h 154876"/>
                  <a:gd name="connsiteX3" fmla="*/ 38983 w 94559"/>
                  <a:gd name="connsiteY3" fmla="*/ 20808 h 154876"/>
                  <a:gd name="connsiteX4" fmla="*/ 52021 w 94559"/>
                  <a:gd name="connsiteY4" fmla="*/ 7638 h 154876"/>
                  <a:gd name="connsiteX5" fmla="*/ 67034 w 94559"/>
                  <a:gd name="connsiteY5" fmla="*/ 1580 h 154876"/>
                  <a:gd name="connsiteX6" fmla="*/ 82970 w 94559"/>
                  <a:gd name="connsiteY6" fmla="*/ 0 h 154876"/>
                  <a:gd name="connsiteX7" fmla="*/ 89950 w 94559"/>
                  <a:gd name="connsiteY7" fmla="*/ 132 h 154876"/>
                  <a:gd name="connsiteX8" fmla="*/ 94559 w 94559"/>
                  <a:gd name="connsiteY8" fmla="*/ 263 h 154876"/>
                  <a:gd name="connsiteX9" fmla="*/ 94559 w 94559"/>
                  <a:gd name="connsiteY9" fmla="*/ 39246 h 154876"/>
                  <a:gd name="connsiteX10" fmla="*/ 85077 w 94559"/>
                  <a:gd name="connsiteY10" fmla="*/ 39246 h 154876"/>
                  <a:gd name="connsiteX11" fmla="*/ 61371 w 94559"/>
                  <a:gd name="connsiteY11" fmla="*/ 43855 h 154876"/>
                  <a:gd name="connsiteX12" fmla="*/ 45963 w 94559"/>
                  <a:gd name="connsiteY12" fmla="*/ 58342 h 154876"/>
                  <a:gd name="connsiteX13" fmla="*/ 40563 w 94559"/>
                  <a:gd name="connsiteY13" fmla="*/ 83496 h 154876"/>
                  <a:gd name="connsiteX14" fmla="*/ 40563 w 94559"/>
                  <a:gd name="connsiteY14" fmla="*/ 154877 h 154876"/>
                  <a:gd name="connsiteX15" fmla="*/ 132 w 94559"/>
                  <a:gd name="connsiteY15" fmla="*/ 154877 h 154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559" h="154876">
                    <a:moveTo>
                      <a:pt x="0" y="154877"/>
                    </a:moveTo>
                    <a:lnTo>
                      <a:pt x="0" y="2634"/>
                    </a:lnTo>
                    <a:lnTo>
                      <a:pt x="36349" y="2634"/>
                    </a:lnTo>
                    <a:lnTo>
                      <a:pt x="38983" y="20808"/>
                    </a:lnTo>
                    <a:cubicBezTo>
                      <a:pt x="42802" y="15014"/>
                      <a:pt x="47148" y="10668"/>
                      <a:pt x="52021" y="7638"/>
                    </a:cubicBezTo>
                    <a:cubicBezTo>
                      <a:pt x="56893" y="4609"/>
                      <a:pt x="61898" y="2634"/>
                      <a:pt x="67034" y="1580"/>
                    </a:cubicBezTo>
                    <a:cubicBezTo>
                      <a:pt x="72170" y="527"/>
                      <a:pt x="77570" y="0"/>
                      <a:pt x="82970" y="0"/>
                    </a:cubicBezTo>
                    <a:cubicBezTo>
                      <a:pt x="85472" y="0"/>
                      <a:pt x="87842" y="0"/>
                      <a:pt x="89950" y="132"/>
                    </a:cubicBezTo>
                    <a:cubicBezTo>
                      <a:pt x="92057" y="263"/>
                      <a:pt x="93637" y="263"/>
                      <a:pt x="94559" y="263"/>
                    </a:cubicBezTo>
                    <a:lnTo>
                      <a:pt x="94559" y="39246"/>
                    </a:lnTo>
                    <a:lnTo>
                      <a:pt x="85077" y="39246"/>
                    </a:lnTo>
                    <a:cubicBezTo>
                      <a:pt x="75990" y="39246"/>
                      <a:pt x="68088" y="40826"/>
                      <a:pt x="61371" y="43855"/>
                    </a:cubicBezTo>
                    <a:cubicBezTo>
                      <a:pt x="54655" y="46884"/>
                      <a:pt x="49518" y="51757"/>
                      <a:pt x="45963" y="58342"/>
                    </a:cubicBezTo>
                    <a:cubicBezTo>
                      <a:pt x="42407" y="64927"/>
                      <a:pt x="40563" y="73224"/>
                      <a:pt x="40563" y="83496"/>
                    </a:cubicBezTo>
                    <a:lnTo>
                      <a:pt x="40563" y="154877"/>
                    </a:lnTo>
                    <a:lnTo>
                      <a:pt x="132" y="15487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008DDF1-8FA3-F228-D54B-1738E6BA14E6}"/>
                  </a:ext>
                </a:extLst>
              </p:cNvPr>
              <p:cNvSpPr/>
              <p:nvPr/>
            </p:nvSpPr>
            <p:spPr>
              <a:xfrm>
                <a:off x="9837316" y="4996553"/>
                <a:ext cx="145930" cy="157115"/>
              </a:xfrm>
              <a:custGeom>
                <a:avLst/>
                <a:gdLst>
                  <a:gd name="connsiteX0" fmla="*/ 75331 w 145930"/>
                  <a:gd name="connsiteY0" fmla="*/ 156852 h 157115"/>
                  <a:gd name="connsiteX1" fmla="*/ 34637 w 145930"/>
                  <a:gd name="connsiteY1" fmla="*/ 147370 h 157115"/>
                  <a:gd name="connsiteX2" fmla="*/ 8955 w 145930"/>
                  <a:gd name="connsiteY2" fmla="*/ 120372 h 157115"/>
                  <a:gd name="connsiteX3" fmla="*/ 0 w 145930"/>
                  <a:gd name="connsiteY3" fmla="*/ 79545 h 157115"/>
                  <a:gd name="connsiteX4" fmla="*/ 9219 w 145930"/>
                  <a:gd name="connsiteY4" fmla="*/ 38061 h 157115"/>
                  <a:gd name="connsiteX5" fmla="*/ 35427 w 145930"/>
                  <a:gd name="connsiteY5" fmla="*/ 10141 h 157115"/>
                  <a:gd name="connsiteX6" fmla="*/ 75463 w 145930"/>
                  <a:gd name="connsiteY6" fmla="*/ 0 h 157115"/>
                  <a:gd name="connsiteX7" fmla="*/ 105885 w 145930"/>
                  <a:gd name="connsiteY7" fmla="*/ 5795 h 157115"/>
                  <a:gd name="connsiteX8" fmla="*/ 128142 w 145930"/>
                  <a:gd name="connsiteY8" fmla="*/ 21994 h 157115"/>
                  <a:gd name="connsiteX9" fmla="*/ 141707 w 145930"/>
                  <a:gd name="connsiteY9" fmla="*/ 46094 h 157115"/>
                  <a:gd name="connsiteX10" fmla="*/ 145921 w 145930"/>
                  <a:gd name="connsiteY10" fmla="*/ 75726 h 157115"/>
                  <a:gd name="connsiteX11" fmla="*/ 145658 w 145930"/>
                  <a:gd name="connsiteY11" fmla="*/ 83496 h 157115"/>
                  <a:gd name="connsiteX12" fmla="*/ 144473 w 145930"/>
                  <a:gd name="connsiteY12" fmla="*/ 91003 h 157115"/>
                  <a:gd name="connsiteX13" fmla="*/ 40168 w 145930"/>
                  <a:gd name="connsiteY13" fmla="*/ 91003 h 157115"/>
                  <a:gd name="connsiteX14" fmla="*/ 45041 w 145930"/>
                  <a:gd name="connsiteY14" fmla="*/ 106939 h 157115"/>
                  <a:gd name="connsiteX15" fmla="*/ 56498 w 145930"/>
                  <a:gd name="connsiteY15" fmla="*/ 118396 h 157115"/>
                  <a:gd name="connsiteX16" fmla="*/ 74804 w 145930"/>
                  <a:gd name="connsiteY16" fmla="*/ 122611 h 157115"/>
                  <a:gd name="connsiteX17" fmla="*/ 88106 w 145930"/>
                  <a:gd name="connsiteY17" fmla="*/ 121030 h 157115"/>
                  <a:gd name="connsiteX18" fmla="*/ 98510 w 145930"/>
                  <a:gd name="connsiteY18" fmla="*/ 116026 h 157115"/>
                  <a:gd name="connsiteX19" fmla="*/ 104568 w 145930"/>
                  <a:gd name="connsiteY19" fmla="*/ 107992 h 157115"/>
                  <a:gd name="connsiteX20" fmla="*/ 144473 w 145930"/>
                  <a:gd name="connsiteY20" fmla="*/ 107992 h 157115"/>
                  <a:gd name="connsiteX21" fmla="*/ 130513 w 145930"/>
                  <a:gd name="connsiteY21" fmla="*/ 136044 h 157115"/>
                  <a:gd name="connsiteX22" fmla="*/ 105753 w 145930"/>
                  <a:gd name="connsiteY22" fmla="*/ 152111 h 157115"/>
                  <a:gd name="connsiteX23" fmla="*/ 75463 w 145930"/>
                  <a:gd name="connsiteY23" fmla="*/ 157116 h 157115"/>
                  <a:gd name="connsiteX24" fmla="*/ 40958 w 145930"/>
                  <a:gd name="connsiteY24" fmla="*/ 62688 h 157115"/>
                  <a:gd name="connsiteX25" fmla="*/ 107070 w 145930"/>
                  <a:gd name="connsiteY25" fmla="*/ 62688 h 157115"/>
                  <a:gd name="connsiteX26" fmla="*/ 103119 w 145930"/>
                  <a:gd name="connsiteY26" fmla="*/ 48070 h 157115"/>
                  <a:gd name="connsiteX27" fmla="*/ 92452 w 145930"/>
                  <a:gd name="connsiteY27" fmla="*/ 37139 h 157115"/>
                  <a:gd name="connsiteX28" fmla="*/ 74409 w 145930"/>
                  <a:gd name="connsiteY28" fmla="*/ 32924 h 157115"/>
                  <a:gd name="connsiteX29" fmla="*/ 56103 w 145930"/>
                  <a:gd name="connsiteY29" fmla="*/ 37270 h 157115"/>
                  <a:gd name="connsiteX30" fmla="*/ 45172 w 145930"/>
                  <a:gd name="connsiteY30" fmla="*/ 48333 h 157115"/>
                  <a:gd name="connsiteX31" fmla="*/ 40958 w 145930"/>
                  <a:gd name="connsiteY31" fmla="*/ 62688 h 15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930" h="157115">
                    <a:moveTo>
                      <a:pt x="75331" y="156852"/>
                    </a:moveTo>
                    <a:cubicBezTo>
                      <a:pt x="59396" y="156852"/>
                      <a:pt x="45699" y="153691"/>
                      <a:pt x="34637" y="147370"/>
                    </a:cubicBezTo>
                    <a:cubicBezTo>
                      <a:pt x="23442" y="141048"/>
                      <a:pt x="14882" y="131961"/>
                      <a:pt x="8955" y="120372"/>
                    </a:cubicBezTo>
                    <a:cubicBezTo>
                      <a:pt x="3029" y="108782"/>
                      <a:pt x="0" y="95086"/>
                      <a:pt x="0" y="79545"/>
                    </a:cubicBezTo>
                    <a:cubicBezTo>
                      <a:pt x="0" y="64005"/>
                      <a:pt x="3029" y="49913"/>
                      <a:pt x="9219" y="38061"/>
                    </a:cubicBezTo>
                    <a:cubicBezTo>
                      <a:pt x="15409" y="26208"/>
                      <a:pt x="24101" y="16989"/>
                      <a:pt x="35427" y="10141"/>
                    </a:cubicBezTo>
                    <a:cubicBezTo>
                      <a:pt x="46753" y="3424"/>
                      <a:pt x="60054" y="0"/>
                      <a:pt x="75463" y="0"/>
                    </a:cubicBezTo>
                    <a:cubicBezTo>
                      <a:pt x="87052" y="0"/>
                      <a:pt x="97193" y="1975"/>
                      <a:pt x="105885" y="5795"/>
                    </a:cubicBezTo>
                    <a:cubicBezTo>
                      <a:pt x="114709" y="9614"/>
                      <a:pt x="122084" y="15014"/>
                      <a:pt x="128142" y="21994"/>
                    </a:cubicBezTo>
                    <a:cubicBezTo>
                      <a:pt x="134200" y="28974"/>
                      <a:pt x="138678" y="37007"/>
                      <a:pt x="141707" y="46094"/>
                    </a:cubicBezTo>
                    <a:cubicBezTo>
                      <a:pt x="144736" y="55181"/>
                      <a:pt x="146053" y="65059"/>
                      <a:pt x="145921" y="75726"/>
                    </a:cubicBezTo>
                    <a:cubicBezTo>
                      <a:pt x="145921" y="78492"/>
                      <a:pt x="145921" y="80994"/>
                      <a:pt x="145658" y="83496"/>
                    </a:cubicBezTo>
                    <a:cubicBezTo>
                      <a:pt x="145526" y="85999"/>
                      <a:pt x="145131" y="88501"/>
                      <a:pt x="144473" y="91003"/>
                    </a:cubicBezTo>
                    <a:lnTo>
                      <a:pt x="40168" y="91003"/>
                    </a:lnTo>
                    <a:cubicBezTo>
                      <a:pt x="40695" y="96798"/>
                      <a:pt x="42407" y="102066"/>
                      <a:pt x="45041" y="106939"/>
                    </a:cubicBezTo>
                    <a:cubicBezTo>
                      <a:pt x="47675" y="111811"/>
                      <a:pt x="51494" y="115499"/>
                      <a:pt x="56498" y="118396"/>
                    </a:cubicBezTo>
                    <a:cubicBezTo>
                      <a:pt x="61371" y="121162"/>
                      <a:pt x="67561" y="122611"/>
                      <a:pt x="74804" y="122611"/>
                    </a:cubicBezTo>
                    <a:cubicBezTo>
                      <a:pt x="79677" y="122611"/>
                      <a:pt x="84023" y="122084"/>
                      <a:pt x="88106" y="121030"/>
                    </a:cubicBezTo>
                    <a:cubicBezTo>
                      <a:pt x="92189" y="119977"/>
                      <a:pt x="95613" y="118265"/>
                      <a:pt x="98510" y="116026"/>
                    </a:cubicBezTo>
                    <a:cubicBezTo>
                      <a:pt x="101407" y="113655"/>
                      <a:pt x="103383" y="111021"/>
                      <a:pt x="104568" y="107992"/>
                    </a:cubicBezTo>
                    <a:lnTo>
                      <a:pt x="144473" y="107992"/>
                    </a:lnTo>
                    <a:cubicBezTo>
                      <a:pt x="141970" y="119318"/>
                      <a:pt x="137361" y="128669"/>
                      <a:pt x="130513" y="136044"/>
                    </a:cubicBezTo>
                    <a:cubicBezTo>
                      <a:pt x="123664" y="143419"/>
                      <a:pt x="115499" y="148687"/>
                      <a:pt x="105753" y="152111"/>
                    </a:cubicBezTo>
                    <a:cubicBezTo>
                      <a:pt x="96139" y="155535"/>
                      <a:pt x="85999" y="157116"/>
                      <a:pt x="75463" y="157116"/>
                    </a:cubicBezTo>
                    <a:close/>
                    <a:moveTo>
                      <a:pt x="40958" y="62688"/>
                    </a:moveTo>
                    <a:lnTo>
                      <a:pt x="107070" y="62688"/>
                    </a:lnTo>
                    <a:cubicBezTo>
                      <a:pt x="106939" y="57420"/>
                      <a:pt x="105622" y="52679"/>
                      <a:pt x="103119" y="48070"/>
                    </a:cubicBezTo>
                    <a:cubicBezTo>
                      <a:pt x="100617" y="43460"/>
                      <a:pt x="97193" y="39904"/>
                      <a:pt x="92452" y="37139"/>
                    </a:cubicBezTo>
                    <a:cubicBezTo>
                      <a:pt x="87711" y="34373"/>
                      <a:pt x="81653" y="32924"/>
                      <a:pt x="74409" y="32924"/>
                    </a:cubicBezTo>
                    <a:cubicBezTo>
                      <a:pt x="67166" y="32924"/>
                      <a:pt x="60976" y="34373"/>
                      <a:pt x="56103" y="37270"/>
                    </a:cubicBezTo>
                    <a:cubicBezTo>
                      <a:pt x="51230" y="40168"/>
                      <a:pt x="47543" y="43855"/>
                      <a:pt x="45172" y="48333"/>
                    </a:cubicBezTo>
                    <a:cubicBezTo>
                      <a:pt x="42802" y="52811"/>
                      <a:pt x="41353" y="57684"/>
                      <a:pt x="40958" y="6268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181F4B-21F9-04E5-C3DE-6322CE4A7F50}"/>
                  </a:ext>
                </a:extLst>
              </p:cNvPr>
              <p:cNvSpPr/>
              <p:nvPr/>
            </p:nvSpPr>
            <p:spPr>
              <a:xfrm>
                <a:off x="10003387" y="4996553"/>
                <a:ext cx="154744" cy="156983"/>
              </a:xfrm>
              <a:custGeom>
                <a:avLst/>
                <a:gdLst>
                  <a:gd name="connsiteX0" fmla="*/ 68088 w 154744"/>
                  <a:gd name="connsiteY0" fmla="*/ 156852 h 156983"/>
                  <a:gd name="connsiteX1" fmla="*/ 38192 w 154744"/>
                  <a:gd name="connsiteY1" fmla="*/ 150926 h 156983"/>
                  <a:gd name="connsiteX2" fmla="*/ 16857 w 154744"/>
                  <a:gd name="connsiteY2" fmla="*/ 134463 h 156983"/>
                  <a:gd name="connsiteX3" fmla="*/ 4214 w 154744"/>
                  <a:gd name="connsiteY3" fmla="*/ 109968 h 156983"/>
                  <a:gd name="connsiteX4" fmla="*/ 0 w 154744"/>
                  <a:gd name="connsiteY4" fmla="*/ 79545 h 156983"/>
                  <a:gd name="connsiteX5" fmla="*/ 8560 w 154744"/>
                  <a:gd name="connsiteY5" fmla="*/ 38192 h 156983"/>
                  <a:gd name="connsiteX6" fmla="*/ 33320 w 154744"/>
                  <a:gd name="connsiteY6" fmla="*/ 10141 h 156983"/>
                  <a:gd name="connsiteX7" fmla="*/ 72566 w 154744"/>
                  <a:gd name="connsiteY7" fmla="*/ 0 h 156983"/>
                  <a:gd name="connsiteX8" fmla="*/ 96271 w 154744"/>
                  <a:gd name="connsiteY8" fmla="*/ 4214 h 156983"/>
                  <a:gd name="connsiteX9" fmla="*/ 115104 w 154744"/>
                  <a:gd name="connsiteY9" fmla="*/ 17121 h 156983"/>
                  <a:gd name="connsiteX10" fmla="*/ 116553 w 154744"/>
                  <a:gd name="connsiteY10" fmla="*/ 2634 h 156983"/>
                  <a:gd name="connsiteX11" fmla="*/ 154745 w 154744"/>
                  <a:gd name="connsiteY11" fmla="*/ 2634 h 156983"/>
                  <a:gd name="connsiteX12" fmla="*/ 154745 w 154744"/>
                  <a:gd name="connsiteY12" fmla="*/ 154877 h 156983"/>
                  <a:gd name="connsiteX13" fmla="*/ 115762 w 154744"/>
                  <a:gd name="connsiteY13" fmla="*/ 154877 h 156983"/>
                  <a:gd name="connsiteX14" fmla="*/ 114841 w 154744"/>
                  <a:gd name="connsiteY14" fmla="*/ 139863 h 156983"/>
                  <a:gd name="connsiteX15" fmla="*/ 93110 w 154744"/>
                  <a:gd name="connsiteY15" fmla="*/ 152901 h 156983"/>
                  <a:gd name="connsiteX16" fmla="*/ 68220 w 154744"/>
                  <a:gd name="connsiteY16" fmla="*/ 156984 h 156983"/>
                  <a:gd name="connsiteX17" fmla="*/ 77307 w 154744"/>
                  <a:gd name="connsiteY17" fmla="*/ 120504 h 156983"/>
                  <a:gd name="connsiteX18" fmla="*/ 97588 w 154744"/>
                  <a:gd name="connsiteY18" fmla="*/ 114709 h 156983"/>
                  <a:gd name="connsiteX19" fmla="*/ 109836 w 154744"/>
                  <a:gd name="connsiteY19" fmla="*/ 99432 h 156983"/>
                  <a:gd name="connsiteX20" fmla="*/ 114050 w 154744"/>
                  <a:gd name="connsiteY20" fmla="*/ 78624 h 156983"/>
                  <a:gd name="connsiteX21" fmla="*/ 109836 w 154744"/>
                  <a:gd name="connsiteY21" fmla="*/ 57684 h 156983"/>
                  <a:gd name="connsiteX22" fmla="*/ 97456 w 154744"/>
                  <a:gd name="connsiteY22" fmla="*/ 42670 h 156983"/>
                  <a:gd name="connsiteX23" fmla="*/ 76780 w 154744"/>
                  <a:gd name="connsiteY23" fmla="*/ 37007 h 156983"/>
                  <a:gd name="connsiteX24" fmla="*/ 55972 w 154744"/>
                  <a:gd name="connsiteY24" fmla="*/ 42802 h 156983"/>
                  <a:gd name="connsiteX25" fmla="*/ 44119 w 154744"/>
                  <a:gd name="connsiteY25" fmla="*/ 57947 h 156983"/>
                  <a:gd name="connsiteX26" fmla="*/ 40300 w 154744"/>
                  <a:gd name="connsiteY26" fmla="*/ 78360 h 156983"/>
                  <a:gd name="connsiteX27" fmla="*/ 44119 w 154744"/>
                  <a:gd name="connsiteY27" fmla="*/ 99037 h 156983"/>
                  <a:gd name="connsiteX28" fmla="*/ 55972 w 154744"/>
                  <a:gd name="connsiteY28" fmla="*/ 114577 h 156983"/>
                  <a:gd name="connsiteX29" fmla="*/ 77307 w 154744"/>
                  <a:gd name="connsiteY29" fmla="*/ 120504 h 156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4744" h="156983">
                    <a:moveTo>
                      <a:pt x="68088" y="156852"/>
                    </a:moveTo>
                    <a:cubicBezTo>
                      <a:pt x="56762" y="156852"/>
                      <a:pt x="46753" y="154877"/>
                      <a:pt x="38192" y="150926"/>
                    </a:cubicBezTo>
                    <a:cubicBezTo>
                      <a:pt x="29632" y="146975"/>
                      <a:pt x="22520" y="141443"/>
                      <a:pt x="16857" y="134463"/>
                    </a:cubicBezTo>
                    <a:cubicBezTo>
                      <a:pt x="11194" y="127484"/>
                      <a:pt x="6980" y="119318"/>
                      <a:pt x="4214" y="109968"/>
                    </a:cubicBezTo>
                    <a:cubicBezTo>
                      <a:pt x="1449" y="100617"/>
                      <a:pt x="0" y="90476"/>
                      <a:pt x="0" y="79545"/>
                    </a:cubicBezTo>
                    <a:cubicBezTo>
                      <a:pt x="0" y="64005"/>
                      <a:pt x="2897" y="50177"/>
                      <a:pt x="8560" y="38192"/>
                    </a:cubicBezTo>
                    <a:cubicBezTo>
                      <a:pt x="14223" y="26208"/>
                      <a:pt x="22520" y="16857"/>
                      <a:pt x="33320" y="10141"/>
                    </a:cubicBezTo>
                    <a:cubicBezTo>
                      <a:pt x="44119" y="3424"/>
                      <a:pt x="57157" y="0"/>
                      <a:pt x="72566" y="0"/>
                    </a:cubicBezTo>
                    <a:cubicBezTo>
                      <a:pt x="80862" y="0"/>
                      <a:pt x="88764" y="1449"/>
                      <a:pt x="96271" y="4214"/>
                    </a:cubicBezTo>
                    <a:cubicBezTo>
                      <a:pt x="103778" y="6980"/>
                      <a:pt x="110099" y="11326"/>
                      <a:pt x="115104" y="17121"/>
                    </a:cubicBezTo>
                    <a:lnTo>
                      <a:pt x="116553" y="2634"/>
                    </a:lnTo>
                    <a:lnTo>
                      <a:pt x="154745" y="2634"/>
                    </a:lnTo>
                    <a:lnTo>
                      <a:pt x="154745" y="154877"/>
                    </a:lnTo>
                    <a:lnTo>
                      <a:pt x="115762" y="154877"/>
                    </a:lnTo>
                    <a:lnTo>
                      <a:pt x="114841" y="139863"/>
                    </a:lnTo>
                    <a:cubicBezTo>
                      <a:pt x="108519" y="145790"/>
                      <a:pt x="101276" y="150136"/>
                      <a:pt x="93110" y="152901"/>
                    </a:cubicBezTo>
                    <a:cubicBezTo>
                      <a:pt x="85077" y="155535"/>
                      <a:pt x="76780" y="156984"/>
                      <a:pt x="68220" y="156984"/>
                    </a:cubicBezTo>
                    <a:close/>
                    <a:moveTo>
                      <a:pt x="77307" y="120504"/>
                    </a:moveTo>
                    <a:cubicBezTo>
                      <a:pt x="85340" y="120504"/>
                      <a:pt x="92189" y="118528"/>
                      <a:pt x="97588" y="114709"/>
                    </a:cubicBezTo>
                    <a:cubicBezTo>
                      <a:pt x="102988" y="110890"/>
                      <a:pt x="107070" y="105753"/>
                      <a:pt x="109836" y="99432"/>
                    </a:cubicBezTo>
                    <a:cubicBezTo>
                      <a:pt x="112602" y="93110"/>
                      <a:pt x="114050" y="86130"/>
                      <a:pt x="114050" y="78624"/>
                    </a:cubicBezTo>
                    <a:cubicBezTo>
                      <a:pt x="114050" y="71117"/>
                      <a:pt x="112602" y="63873"/>
                      <a:pt x="109836" y="57684"/>
                    </a:cubicBezTo>
                    <a:cubicBezTo>
                      <a:pt x="107070" y="51362"/>
                      <a:pt x="102856" y="46358"/>
                      <a:pt x="97456" y="42670"/>
                    </a:cubicBezTo>
                    <a:cubicBezTo>
                      <a:pt x="91925" y="38851"/>
                      <a:pt x="85077" y="37007"/>
                      <a:pt x="76780" y="37007"/>
                    </a:cubicBezTo>
                    <a:cubicBezTo>
                      <a:pt x="68483" y="37007"/>
                      <a:pt x="61371" y="38983"/>
                      <a:pt x="55972" y="42802"/>
                    </a:cubicBezTo>
                    <a:cubicBezTo>
                      <a:pt x="50572" y="46621"/>
                      <a:pt x="46621" y="51757"/>
                      <a:pt x="44119" y="57947"/>
                    </a:cubicBezTo>
                    <a:cubicBezTo>
                      <a:pt x="41617" y="64269"/>
                      <a:pt x="40300" y="70985"/>
                      <a:pt x="40300" y="78360"/>
                    </a:cubicBezTo>
                    <a:cubicBezTo>
                      <a:pt x="40300" y="85735"/>
                      <a:pt x="41485" y="92584"/>
                      <a:pt x="44119" y="99037"/>
                    </a:cubicBezTo>
                    <a:cubicBezTo>
                      <a:pt x="46621" y="105490"/>
                      <a:pt x="50572" y="110626"/>
                      <a:pt x="55972" y="114577"/>
                    </a:cubicBezTo>
                    <a:cubicBezTo>
                      <a:pt x="61371" y="118528"/>
                      <a:pt x="68483" y="120504"/>
                      <a:pt x="77307" y="1205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2861F8E-8CD2-D11C-37B1-7FD5C446FA62}"/>
                  </a:ext>
                </a:extLst>
              </p:cNvPr>
              <p:cNvSpPr/>
              <p:nvPr/>
            </p:nvSpPr>
            <p:spPr>
              <a:xfrm>
                <a:off x="10178808" y="4958097"/>
                <a:ext cx="115894" cy="195307"/>
              </a:xfrm>
              <a:custGeom>
                <a:avLst/>
                <a:gdLst>
                  <a:gd name="connsiteX0" fmla="*/ 72961 w 115894"/>
                  <a:gd name="connsiteY0" fmla="*/ 195308 h 195307"/>
                  <a:gd name="connsiteX1" fmla="*/ 35032 w 115894"/>
                  <a:gd name="connsiteY1" fmla="*/ 180821 h 195307"/>
                  <a:gd name="connsiteX2" fmla="*/ 22784 w 115894"/>
                  <a:gd name="connsiteY2" fmla="*/ 141180 h 195307"/>
                  <a:gd name="connsiteX3" fmla="*/ 22784 w 115894"/>
                  <a:gd name="connsiteY3" fmla="*/ 77043 h 195307"/>
                  <a:gd name="connsiteX4" fmla="*/ 0 w 115894"/>
                  <a:gd name="connsiteY4" fmla="*/ 77043 h 195307"/>
                  <a:gd name="connsiteX5" fmla="*/ 0 w 115894"/>
                  <a:gd name="connsiteY5" fmla="*/ 40958 h 195307"/>
                  <a:gd name="connsiteX6" fmla="*/ 22784 w 115894"/>
                  <a:gd name="connsiteY6" fmla="*/ 40958 h 195307"/>
                  <a:gd name="connsiteX7" fmla="*/ 22784 w 115894"/>
                  <a:gd name="connsiteY7" fmla="*/ 0 h 195307"/>
                  <a:gd name="connsiteX8" fmla="*/ 63215 w 115894"/>
                  <a:gd name="connsiteY8" fmla="*/ 0 h 195307"/>
                  <a:gd name="connsiteX9" fmla="*/ 63215 w 115894"/>
                  <a:gd name="connsiteY9" fmla="*/ 40958 h 195307"/>
                  <a:gd name="connsiteX10" fmla="*/ 109441 w 115894"/>
                  <a:gd name="connsiteY10" fmla="*/ 40958 h 195307"/>
                  <a:gd name="connsiteX11" fmla="*/ 109441 w 115894"/>
                  <a:gd name="connsiteY11" fmla="*/ 77043 h 195307"/>
                  <a:gd name="connsiteX12" fmla="*/ 63215 w 115894"/>
                  <a:gd name="connsiteY12" fmla="*/ 77043 h 195307"/>
                  <a:gd name="connsiteX13" fmla="*/ 63215 w 115894"/>
                  <a:gd name="connsiteY13" fmla="*/ 132751 h 195307"/>
                  <a:gd name="connsiteX14" fmla="*/ 65059 w 115894"/>
                  <a:gd name="connsiteY14" fmla="*/ 145790 h 195307"/>
                  <a:gd name="connsiteX15" fmla="*/ 71380 w 115894"/>
                  <a:gd name="connsiteY15" fmla="*/ 154350 h 195307"/>
                  <a:gd name="connsiteX16" fmla="*/ 83628 w 115894"/>
                  <a:gd name="connsiteY16" fmla="*/ 157379 h 195307"/>
                  <a:gd name="connsiteX17" fmla="*/ 95349 w 115894"/>
                  <a:gd name="connsiteY17" fmla="*/ 155272 h 195307"/>
                  <a:gd name="connsiteX18" fmla="*/ 103251 w 115894"/>
                  <a:gd name="connsiteY18" fmla="*/ 150531 h 195307"/>
                  <a:gd name="connsiteX19" fmla="*/ 115894 w 115894"/>
                  <a:gd name="connsiteY19" fmla="*/ 181743 h 195307"/>
                  <a:gd name="connsiteX20" fmla="*/ 102461 w 115894"/>
                  <a:gd name="connsiteY20" fmla="*/ 189645 h 195307"/>
                  <a:gd name="connsiteX21" fmla="*/ 87579 w 115894"/>
                  <a:gd name="connsiteY21" fmla="*/ 193991 h 195307"/>
                  <a:gd name="connsiteX22" fmla="*/ 72829 w 115894"/>
                  <a:gd name="connsiteY22" fmla="*/ 195308 h 19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5894" h="195307">
                    <a:moveTo>
                      <a:pt x="72961" y="195308"/>
                    </a:moveTo>
                    <a:cubicBezTo>
                      <a:pt x="55840" y="195308"/>
                      <a:pt x="43197" y="190435"/>
                      <a:pt x="35032" y="180821"/>
                    </a:cubicBezTo>
                    <a:cubicBezTo>
                      <a:pt x="26866" y="171207"/>
                      <a:pt x="22784" y="158037"/>
                      <a:pt x="22784" y="141180"/>
                    </a:cubicBezTo>
                    <a:lnTo>
                      <a:pt x="22784" y="77043"/>
                    </a:lnTo>
                    <a:lnTo>
                      <a:pt x="0" y="77043"/>
                    </a:lnTo>
                    <a:lnTo>
                      <a:pt x="0" y="40958"/>
                    </a:lnTo>
                    <a:lnTo>
                      <a:pt x="22784" y="40958"/>
                    </a:lnTo>
                    <a:lnTo>
                      <a:pt x="22784" y="0"/>
                    </a:lnTo>
                    <a:lnTo>
                      <a:pt x="63215" y="0"/>
                    </a:lnTo>
                    <a:lnTo>
                      <a:pt x="63215" y="40958"/>
                    </a:lnTo>
                    <a:lnTo>
                      <a:pt x="109441" y="40958"/>
                    </a:lnTo>
                    <a:lnTo>
                      <a:pt x="109441" y="77043"/>
                    </a:lnTo>
                    <a:lnTo>
                      <a:pt x="63215" y="77043"/>
                    </a:lnTo>
                    <a:lnTo>
                      <a:pt x="63215" y="132751"/>
                    </a:lnTo>
                    <a:cubicBezTo>
                      <a:pt x="63215" y="137756"/>
                      <a:pt x="63873" y="142102"/>
                      <a:pt x="65059" y="145790"/>
                    </a:cubicBezTo>
                    <a:cubicBezTo>
                      <a:pt x="66244" y="149477"/>
                      <a:pt x="68483" y="152243"/>
                      <a:pt x="71380" y="154350"/>
                    </a:cubicBezTo>
                    <a:cubicBezTo>
                      <a:pt x="74409" y="156325"/>
                      <a:pt x="78492" y="157379"/>
                      <a:pt x="83628" y="157379"/>
                    </a:cubicBezTo>
                    <a:cubicBezTo>
                      <a:pt x="88238" y="157379"/>
                      <a:pt x="92189" y="156720"/>
                      <a:pt x="95349" y="155272"/>
                    </a:cubicBezTo>
                    <a:cubicBezTo>
                      <a:pt x="98510" y="153823"/>
                      <a:pt x="101144" y="152243"/>
                      <a:pt x="103251" y="150531"/>
                    </a:cubicBezTo>
                    <a:lnTo>
                      <a:pt x="115894" y="181743"/>
                    </a:lnTo>
                    <a:cubicBezTo>
                      <a:pt x="111812" y="185035"/>
                      <a:pt x="107334" y="187669"/>
                      <a:pt x="102461" y="189645"/>
                    </a:cubicBezTo>
                    <a:cubicBezTo>
                      <a:pt x="97588" y="191620"/>
                      <a:pt x="92584" y="193069"/>
                      <a:pt x="87579" y="193991"/>
                    </a:cubicBezTo>
                    <a:cubicBezTo>
                      <a:pt x="82575" y="194913"/>
                      <a:pt x="77702" y="195308"/>
                      <a:pt x="72829" y="19530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3FE6FE6-41C1-3084-68CF-CAD0CED0B790}"/>
                  </a:ext>
                </a:extLst>
              </p:cNvPr>
              <p:cNvSpPr/>
              <p:nvPr/>
            </p:nvSpPr>
            <p:spPr>
              <a:xfrm>
                <a:off x="10305897" y="4996553"/>
                <a:ext cx="145930" cy="157115"/>
              </a:xfrm>
              <a:custGeom>
                <a:avLst/>
                <a:gdLst>
                  <a:gd name="connsiteX0" fmla="*/ 75331 w 145930"/>
                  <a:gd name="connsiteY0" fmla="*/ 156852 h 157115"/>
                  <a:gd name="connsiteX1" fmla="*/ 34637 w 145930"/>
                  <a:gd name="connsiteY1" fmla="*/ 147370 h 157115"/>
                  <a:gd name="connsiteX2" fmla="*/ 8955 w 145930"/>
                  <a:gd name="connsiteY2" fmla="*/ 120372 h 157115"/>
                  <a:gd name="connsiteX3" fmla="*/ 0 w 145930"/>
                  <a:gd name="connsiteY3" fmla="*/ 79545 h 157115"/>
                  <a:gd name="connsiteX4" fmla="*/ 9219 w 145930"/>
                  <a:gd name="connsiteY4" fmla="*/ 38061 h 157115"/>
                  <a:gd name="connsiteX5" fmla="*/ 35427 w 145930"/>
                  <a:gd name="connsiteY5" fmla="*/ 10141 h 157115"/>
                  <a:gd name="connsiteX6" fmla="*/ 75463 w 145930"/>
                  <a:gd name="connsiteY6" fmla="*/ 0 h 157115"/>
                  <a:gd name="connsiteX7" fmla="*/ 105885 w 145930"/>
                  <a:gd name="connsiteY7" fmla="*/ 5795 h 157115"/>
                  <a:gd name="connsiteX8" fmla="*/ 128142 w 145930"/>
                  <a:gd name="connsiteY8" fmla="*/ 21994 h 157115"/>
                  <a:gd name="connsiteX9" fmla="*/ 141707 w 145930"/>
                  <a:gd name="connsiteY9" fmla="*/ 46094 h 157115"/>
                  <a:gd name="connsiteX10" fmla="*/ 145921 w 145930"/>
                  <a:gd name="connsiteY10" fmla="*/ 75726 h 157115"/>
                  <a:gd name="connsiteX11" fmla="*/ 145658 w 145930"/>
                  <a:gd name="connsiteY11" fmla="*/ 83496 h 157115"/>
                  <a:gd name="connsiteX12" fmla="*/ 144473 w 145930"/>
                  <a:gd name="connsiteY12" fmla="*/ 91003 h 157115"/>
                  <a:gd name="connsiteX13" fmla="*/ 40168 w 145930"/>
                  <a:gd name="connsiteY13" fmla="*/ 91003 h 157115"/>
                  <a:gd name="connsiteX14" fmla="*/ 45041 w 145930"/>
                  <a:gd name="connsiteY14" fmla="*/ 106939 h 157115"/>
                  <a:gd name="connsiteX15" fmla="*/ 56498 w 145930"/>
                  <a:gd name="connsiteY15" fmla="*/ 118396 h 157115"/>
                  <a:gd name="connsiteX16" fmla="*/ 74804 w 145930"/>
                  <a:gd name="connsiteY16" fmla="*/ 122611 h 157115"/>
                  <a:gd name="connsiteX17" fmla="*/ 88106 w 145930"/>
                  <a:gd name="connsiteY17" fmla="*/ 121030 h 157115"/>
                  <a:gd name="connsiteX18" fmla="*/ 98510 w 145930"/>
                  <a:gd name="connsiteY18" fmla="*/ 116026 h 157115"/>
                  <a:gd name="connsiteX19" fmla="*/ 104568 w 145930"/>
                  <a:gd name="connsiteY19" fmla="*/ 107992 h 157115"/>
                  <a:gd name="connsiteX20" fmla="*/ 144473 w 145930"/>
                  <a:gd name="connsiteY20" fmla="*/ 107992 h 157115"/>
                  <a:gd name="connsiteX21" fmla="*/ 130513 w 145930"/>
                  <a:gd name="connsiteY21" fmla="*/ 136044 h 157115"/>
                  <a:gd name="connsiteX22" fmla="*/ 105753 w 145930"/>
                  <a:gd name="connsiteY22" fmla="*/ 152111 h 157115"/>
                  <a:gd name="connsiteX23" fmla="*/ 75463 w 145930"/>
                  <a:gd name="connsiteY23" fmla="*/ 157116 h 157115"/>
                  <a:gd name="connsiteX24" fmla="*/ 40958 w 145930"/>
                  <a:gd name="connsiteY24" fmla="*/ 62688 h 157115"/>
                  <a:gd name="connsiteX25" fmla="*/ 107070 w 145930"/>
                  <a:gd name="connsiteY25" fmla="*/ 62688 h 157115"/>
                  <a:gd name="connsiteX26" fmla="*/ 103119 w 145930"/>
                  <a:gd name="connsiteY26" fmla="*/ 48070 h 157115"/>
                  <a:gd name="connsiteX27" fmla="*/ 92452 w 145930"/>
                  <a:gd name="connsiteY27" fmla="*/ 37139 h 157115"/>
                  <a:gd name="connsiteX28" fmla="*/ 74409 w 145930"/>
                  <a:gd name="connsiteY28" fmla="*/ 32924 h 157115"/>
                  <a:gd name="connsiteX29" fmla="*/ 56103 w 145930"/>
                  <a:gd name="connsiteY29" fmla="*/ 37270 h 157115"/>
                  <a:gd name="connsiteX30" fmla="*/ 45172 w 145930"/>
                  <a:gd name="connsiteY30" fmla="*/ 48333 h 157115"/>
                  <a:gd name="connsiteX31" fmla="*/ 40958 w 145930"/>
                  <a:gd name="connsiteY31" fmla="*/ 62688 h 15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930" h="157115">
                    <a:moveTo>
                      <a:pt x="75331" y="156852"/>
                    </a:moveTo>
                    <a:cubicBezTo>
                      <a:pt x="59396" y="156852"/>
                      <a:pt x="45699" y="153691"/>
                      <a:pt x="34637" y="147370"/>
                    </a:cubicBezTo>
                    <a:cubicBezTo>
                      <a:pt x="23442" y="141048"/>
                      <a:pt x="14882" y="131961"/>
                      <a:pt x="8955" y="120372"/>
                    </a:cubicBezTo>
                    <a:cubicBezTo>
                      <a:pt x="3029" y="108782"/>
                      <a:pt x="0" y="95086"/>
                      <a:pt x="0" y="79545"/>
                    </a:cubicBezTo>
                    <a:cubicBezTo>
                      <a:pt x="0" y="64005"/>
                      <a:pt x="3029" y="49913"/>
                      <a:pt x="9219" y="38061"/>
                    </a:cubicBezTo>
                    <a:cubicBezTo>
                      <a:pt x="15409" y="26208"/>
                      <a:pt x="24101" y="16989"/>
                      <a:pt x="35427" y="10141"/>
                    </a:cubicBezTo>
                    <a:cubicBezTo>
                      <a:pt x="46753" y="3424"/>
                      <a:pt x="60054" y="0"/>
                      <a:pt x="75463" y="0"/>
                    </a:cubicBezTo>
                    <a:cubicBezTo>
                      <a:pt x="87052" y="0"/>
                      <a:pt x="97193" y="1975"/>
                      <a:pt x="105885" y="5795"/>
                    </a:cubicBezTo>
                    <a:cubicBezTo>
                      <a:pt x="114709" y="9614"/>
                      <a:pt x="122084" y="15014"/>
                      <a:pt x="128142" y="21994"/>
                    </a:cubicBezTo>
                    <a:cubicBezTo>
                      <a:pt x="134200" y="28974"/>
                      <a:pt x="138678" y="37007"/>
                      <a:pt x="141707" y="46094"/>
                    </a:cubicBezTo>
                    <a:cubicBezTo>
                      <a:pt x="144736" y="55181"/>
                      <a:pt x="146053" y="65059"/>
                      <a:pt x="145921" y="75726"/>
                    </a:cubicBezTo>
                    <a:cubicBezTo>
                      <a:pt x="145921" y="78492"/>
                      <a:pt x="145921" y="80994"/>
                      <a:pt x="145658" y="83496"/>
                    </a:cubicBezTo>
                    <a:cubicBezTo>
                      <a:pt x="145526" y="85999"/>
                      <a:pt x="145131" y="88501"/>
                      <a:pt x="144473" y="91003"/>
                    </a:cubicBezTo>
                    <a:lnTo>
                      <a:pt x="40168" y="91003"/>
                    </a:lnTo>
                    <a:cubicBezTo>
                      <a:pt x="40695" y="96798"/>
                      <a:pt x="42407" y="102066"/>
                      <a:pt x="45041" y="106939"/>
                    </a:cubicBezTo>
                    <a:cubicBezTo>
                      <a:pt x="47675" y="111811"/>
                      <a:pt x="51494" y="115499"/>
                      <a:pt x="56498" y="118396"/>
                    </a:cubicBezTo>
                    <a:cubicBezTo>
                      <a:pt x="61371" y="121162"/>
                      <a:pt x="67561" y="122611"/>
                      <a:pt x="74804" y="122611"/>
                    </a:cubicBezTo>
                    <a:cubicBezTo>
                      <a:pt x="79677" y="122611"/>
                      <a:pt x="84023" y="122084"/>
                      <a:pt x="88106" y="121030"/>
                    </a:cubicBezTo>
                    <a:cubicBezTo>
                      <a:pt x="92188" y="119977"/>
                      <a:pt x="95613" y="118265"/>
                      <a:pt x="98510" y="116026"/>
                    </a:cubicBezTo>
                    <a:cubicBezTo>
                      <a:pt x="101407" y="113655"/>
                      <a:pt x="103383" y="111021"/>
                      <a:pt x="104568" y="107992"/>
                    </a:cubicBezTo>
                    <a:lnTo>
                      <a:pt x="144473" y="107992"/>
                    </a:lnTo>
                    <a:cubicBezTo>
                      <a:pt x="141970" y="119318"/>
                      <a:pt x="137361" y="128669"/>
                      <a:pt x="130513" y="136044"/>
                    </a:cubicBezTo>
                    <a:cubicBezTo>
                      <a:pt x="123664" y="143419"/>
                      <a:pt x="115499" y="148687"/>
                      <a:pt x="105753" y="152111"/>
                    </a:cubicBezTo>
                    <a:cubicBezTo>
                      <a:pt x="96139" y="155535"/>
                      <a:pt x="85999" y="157116"/>
                      <a:pt x="75463" y="157116"/>
                    </a:cubicBezTo>
                    <a:close/>
                    <a:moveTo>
                      <a:pt x="40958" y="62688"/>
                    </a:moveTo>
                    <a:lnTo>
                      <a:pt x="107070" y="62688"/>
                    </a:lnTo>
                    <a:cubicBezTo>
                      <a:pt x="106939" y="57420"/>
                      <a:pt x="105622" y="52679"/>
                      <a:pt x="103119" y="48070"/>
                    </a:cubicBezTo>
                    <a:cubicBezTo>
                      <a:pt x="100617" y="43460"/>
                      <a:pt x="97193" y="39904"/>
                      <a:pt x="92452" y="37139"/>
                    </a:cubicBezTo>
                    <a:cubicBezTo>
                      <a:pt x="87711" y="34373"/>
                      <a:pt x="81653" y="32924"/>
                      <a:pt x="74409" y="32924"/>
                    </a:cubicBezTo>
                    <a:cubicBezTo>
                      <a:pt x="67166" y="32924"/>
                      <a:pt x="60976" y="34373"/>
                      <a:pt x="56103" y="37270"/>
                    </a:cubicBezTo>
                    <a:cubicBezTo>
                      <a:pt x="51230" y="40168"/>
                      <a:pt x="47543" y="43855"/>
                      <a:pt x="45172" y="48333"/>
                    </a:cubicBezTo>
                    <a:cubicBezTo>
                      <a:pt x="42802" y="52811"/>
                      <a:pt x="41353" y="57684"/>
                      <a:pt x="40958" y="6268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03F5578-E588-C639-632C-AECB1DE1760E}"/>
                  </a:ext>
                </a:extLst>
              </p:cNvPr>
              <p:cNvSpPr/>
              <p:nvPr/>
            </p:nvSpPr>
            <p:spPr>
              <a:xfrm>
                <a:off x="10553489" y="4996553"/>
                <a:ext cx="154744" cy="156983"/>
              </a:xfrm>
              <a:custGeom>
                <a:avLst/>
                <a:gdLst>
                  <a:gd name="connsiteX0" fmla="*/ 68088 w 154744"/>
                  <a:gd name="connsiteY0" fmla="*/ 156852 h 156983"/>
                  <a:gd name="connsiteX1" fmla="*/ 38192 w 154744"/>
                  <a:gd name="connsiteY1" fmla="*/ 150926 h 156983"/>
                  <a:gd name="connsiteX2" fmla="*/ 16857 w 154744"/>
                  <a:gd name="connsiteY2" fmla="*/ 134463 h 156983"/>
                  <a:gd name="connsiteX3" fmla="*/ 4214 w 154744"/>
                  <a:gd name="connsiteY3" fmla="*/ 109968 h 156983"/>
                  <a:gd name="connsiteX4" fmla="*/ 0 w 154744"/>
                  <a:gd name="connsiteY4" fmla="*/ 79545 h 156983"/>
                  <a:gd name="connsiteX5" fmla="*/ 8560 w 154744"/>
                  <a:gd name="connsiteY5" fmla="*/ 38192 h 156983"/>
                  <a:gd name="connsiteX6" fmla="*/ 33320 w 154744"/>
                  <a:gd name="connsiteY6" fmla="*/ 10141 h 156983"/>
                  <a:gd name="connsiteX7" fmla="*/ 72566 w 154744"/>
                  <a:gd name="connsiteY7" fmla="*/ 0 h 156983"/>
                  <a:gd name="connsiteX8" fmla="*/ 96271 w 154744"/>
                  <a:gd name="connsiteY8" fmla="*/ 4214 h 156983"/>
                  <a:gd name="connsiteX9" fmla="*/ 115104 w 154744"/>
                  <a:gd name="connsiteY9" fmla="*/ 17121 h 156983"/>
                  <a:gd name="connsiteX10" fmla="*/ 116553 w 154744"/>
                  <a:gd name="connsiteY10" fmla="*/ 2634 h 156983"/>
                  <a:gd name="connsiteX11" fmla="*/ 154745 w 154744"/>
                  <a:gd name="connsiteY11" fmla="*/ 2634 h 156983"/>
                  <a:gd name="connsiteX12" fmla="*/ 154745 w 154744"/>
                  <a:gd name="connsiteY12" fmla="*/ 154877 h 156983"/>
                  <a:gd name="connsiteX13" fmla="*/ 115762 w 154744"/>
                  <a:gd name="connsiteY13" fmla="*/ 154877 h 156983"/>
                  <a:gd name="connsiteX14" fmla="*/ 114841 w 154744"/>
                  <a:gd name="connsiteY14" fmla="*/ 139863 h 156983"/>
                  <a:gd name="connsiteX15" fmla="*/ 93110 w 154744"/>
                  <a:gd name="connsiteY15" fmla="*/ 152901 h 156983"/>
                  <a:gd name="connsiteX16" fmla="*/ 68220 w 154744"/>
                  <a:gd name="connsiteY16" fmla="*/ 156984 h 156983"/>
                  <a:gd name="connsiteX17" fmla="*/ 77307 w 154744"/>
                  <a:gd name="connsiteY17" fmla="*/ 120504 h 156983"/>
                  <a:gd name="connsiteX18" fmla="*/ 97588 w 154744"/>
                  <a:gd name="connsiteY18" fmla="*/ 114709 h 156983"/>
                  <a:gd name="connsiteX19" fmla="*/ 109836 w 154744"/>
                  <a:gd name="connsiteY19" fmla="*/ 99432 h 156983"/>
                  <a:gd name="connsiteX20" fmla="*/ 114050 w 154744"/>
                  <a:gd name="connsiteY20" fmla="*/ 78624 h 156983"/>
                  <a:gd name="connsiteX21" fmla="*/ 109836 w 154744"/>
                  <a:gd name="connsiteY21" fmla="*/ 57684 h 156983"/>
                  <a:gd name="connsiteX22" fmla="*/ 97456 w 154744"/>
                  <a:gd name="connsiteY22" fmla="*/ 42670 h 156983"/>
                  <a:gd name="connsiteX23" fmla="*/ 76780 w 154744"/>
                  <a:gd name="connsiteY23" fmla="*/ 37007 h 156983"/>
                  <a:gd name="connsiteX24" fmla="*/ 55972 w 154744"/>
                  <a:gd name="connsiteY24" fmla="*/ 42802 h 156983"/>
                  <a:gd name="connsiteX25" fmla="*/ 44119 w 154744"/>
                  <a:gd name="connsiteY25" fmla="*/ 57947 h 156983"/>
                  <a:gd name="connsiteX26" fmla="*/ 40300 w 154744"/>
                  <a:gd name="connsiteY26" fmla="*/ 78360 h 156983"/>
                  <a:gd name="connsiteX27" fmla="*/ 44119 w 154744"/>
                  <a:gd name="connsiteY27" fmla="*/ 99037 h 156983"/>
                  <a:gd name="connsiteX28" fmla="*/ 55972 w 154744"/>
                  <a:gd name="connsiteY28" fmla="*/ 114577 h 156983"/>
                  <a:gd name="connsiteX29" fmla="*/ 77307 w 154744"/>
                  <a:gd name="connsiteY29" fmla="*/ 120504 h 156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4744" h="156983">
                    <a:moveTo>
                      <a:pt x="68088" y="156852"/>
                    </a:moveTo>
                    <a:cubicBezTo>
                      <a:pt x="56762" y="156852"/>
                      <a:pt x="46753" y="154877"/>
                      <a:pt x="38192" y="150926"/>
                    </a:cubicBezTo>
                    <a:cubicBezTo>
                      <a:pt x="29632" y="146975"/>
                      <a:pt x="22520" y="141443"/>
                      <a:pt x="16857" y="134463"/>
                    </a:cubicBezTo>
                    <a:cubicBezTo>
                      <a:pt x="11194" y="127484"/>
                      <a:pt x="6980" y="119318"/>
                      <a:pt x="4214" y="109968"/>
                    </a:cubicBezTo>
                    <a:cubicBezTo>
                      <a:pt x="1449" y="100617"/>
                      <a:pt x="0" y="90476"/>
                      <a:pt x="0" y="79545"/>
                    </a:cubicBezTo>
                    <a:cubicBezTo>
                      <a:pt x="0" y="64005"/>
                      <a:pt x="2897" y="50177"/>
                      <a:pt x="8560" y="38192"/>
                    </a:cubicBezTo>
                    <a:cubicBezTo>
                      <a:pt x="14223" y="26208"/>
                      <a:pt x="22520" y="16857"/>
                      <a:pt x="33320" y="10141"/>
                    </a:cubicBezTo>
                    <a:cubicBezTo>
                      <a:pt x="44119" y="3424"/>
                      <a:pt x="57157" y="0"/>
                      <a:pt x="72566" y="0"/>
                    </a:cubicBezTo>
                    <a:cubicBezTo>
                      <a:pt x="80862" y="0"/>
                      <a:pt x="88764" y="1449"/>
                      <a:pt x="96271" y="4214"/>
                    </a:cubicBezTo>
                    <a:cubicBezTo>
                      <a:pt x="103778" y="6980"/>
                      <a:pt x="110099" y="11326"/>
                      <a:pt x="115104" y="17121"/>
                    </a:cubicBezTo>
                    <a:lnTo>
                      <a:pt x="116553" y="2634"/>
                    </a:lnTo>
                    <a:lnTo>
                      <a:pt x="154745" y="2634"/>
                    </a:lnTo>
                    <a:lnTo>
                      <a:pt x="154745" y="154877"/>
                    </a:lnTo>
                    <a:lnTo>
                      <a:pt x="115762" y="154877"/>
                    </a:lnTo>
                    <a:lnTo>
                      <a:pt x="114841" y="139863"/>
                    </a:lnTo>
                    <a:cubicBezTo>
                      <a:pt x="108519" y="145790"/>
                      <a:pt x="101276" y="150136"/>
                      <a:pt x="93110" y="152901"/>
                    </a:cubicBezTo>
                    <a:cubicBezTo>
                      <a:pt x="85077" y="155535"/>
                      <a:pt x="76780" y="156984"/>
                      <a:pt x="68220" y="156984"/>
                    </a:cubicBezTo>
                    <a:close/>
                    <a:moveTo>
                      <a:pt x="77307" y="120504"/>
                    </a:moveTo>
                    <a:cubicBezTo>
                      <a:pt x="85340" y="120504"/>
                      <a:pt x="92189" y="118528"/>
                      <a:pt x="97588" y="114709"/>
                    </a:cubicBezTo>
                    <a:cubicBezTo>
                      <a:pt x="102988" y="110890"/>
                      <a:pt x="107070" y="105753"/>
                      <a:pt x="109836" y="99432"/>
                    </a:cubicBezTo>
                    <a:cubicBezTo>
                      <a:pt x="112602" y="93110"/>
                      <a:pt x="114050" y="86130"/>
                      <a:pt x="114050" y="78624"/>
                    </a:cubicBezTo>
                    <a:cubicBezTo>
                      <a:pt x="114050" y="71117"/>
                      <a:pt x="112602" y="63873"/>
                      <a:pt x="109836" y="57684"/>
                    </a:cubicBezTo>
                    <a:cubicBezTo>
                      <a:pt x="107070" y="51362"/>
                      <a:pt x="102856" y="46358"/>
                      <a:pt x="97456" y="42670"/>
                    </a:cubicBezTo>
                    <a:cubicBezTo>
                      <a:pt x="91925" y="38851"/>
                      <a:pt x="85077" y="37007"/>
                      <a:pt x="76780" y="37007"/>
                    </a:cubicBezTo>
                    <a:cubicBezTo>
                      <a:pt x="68483" y="37007"/>
                      <a:pt x="61371" y="38983"/>
                      <a:pt x="55972" y="42802"/>
                    </a:cubicBezTo>
                    <a:cubicBezTo>
                      <a:pt x="50572" y="46621"/>
                      <a:pt x="46621" y="51757"/>
                      <a:pt x="44119" y="57947"/>
                    </a:cubicBezTo>
                    <a:cubicBezTo>
                      <a:pt x="41616" y="64269"/>
                      <a:pt x="40300" y="70985"/>
                      <a:pt x="40300" y="78360"/>
                    </a:cubicBezTo>
                    <a:cubicBezTo>
                      <a:pt x="40300" y="85735"/>
                      <a:pt x="41485" y="92584"/>
                      <a:pt x="44119" y="99037"/>
                    </a:cubicBezTo>
                    <a:cubicBezTo>
                      <a:pt x="46621" y="105490"/>
                      <a:pt x="50572" y="110626"/>
                      <a:pt x="55972" y="114577"/>
                    </a:cubicBezTo>
                    <a:cubicBezTo>
                      <a:pt x="61371" y="118528"/>
                      <a:pt x="68483" y="120504"/>
                      <a:pt x="77307" y="1205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39" name="Graphic 4">
              <a:extLst>
                <a:ext uri="{FF2B5EF4-FFF2-40B4-BE49-F238E27FC236}">
                  <a16:creationId xmlns:a16="http://schemas.microsoft.com/office/drawing/2014/main" id="{77D8D416-F731-766A-26B6-CF7CC1F40747}"/>
                </a:ext>
              </a:extLst>
            </p:cNvPr>
            <p:cNvGrpSpPr/>
            <p:nvPr/>
          </p:nvGrpSpPr>
          <p:grpSpPr>
            <a:xfrm>
              <a:off x="9534674" y="5251644"/>
              <a:ext cx="1664529" cy="621490"/>
              <a:chOff x="9534674" y="5251644"/>
              <a:chExt cx="1664529" cy="621490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880671B-6A90-6124-EC58-83100D756350}"/>
                  </a:ext>
                </a:extLst>
              </p:cNvPr>
              <p:cNvSpPr/>
              <p:nvPr/>
            </p:nvSpPr>
            <p:spPr>
              <a:xfrm>
                <a:off x="10070150" y="5251644"/>
                <a:ext cx="140668" cy="140669"/>
              </a:xfrm>
              <a:custGeom>
                <a:avLst/>
                <a:gdLst>
                  <a:gd name="connsiteX0" fmla="*/ 74944 w 140668"/>
                  <a:gd name="connsiteY0" fmla="*/ 140 h 140669"/>
                  <a:gd name="connsiteX1" fmla="*/ 139 w 140668"/>
                  <a:gd name="connsiteY1" fmla="*/ 74944 h 140669"/>
                  <a:gd name="connsiteX2" fmla="*/ 65725 w 140668"/>
                  <a:gd name="connsiteY2" fmla="*/ 140530 h 140669"/>
                  <a:gd name="connsiteX3" fmla="*/ 140529 w 140668"/>
                  <a:gd name="connsiteY3" fmla="*/ 65725 h 140669"/>
                  <a:gd name="connsiteX4" fmla="*/ 74944 w 140668"/>
                  <a:gd name="connsiteY4" fmla="*/ 140 h 140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668" h="140669">
                    <a:moveTo>
                      <a:pt x="74944" y="140"/>
                    </a:moveTo>
                    <a:cubicBezTo>
                      <a:pt x="32537" y="-2494"/>
                      <a:pt x="-2494" y="32406"/>
                      <a:pt x="139" y="74944"/>
                    </a:cubicBezTo>
                    <a:cubicBezTo>
                      <a:pt x="2378" y="109976"/>
                      <a:pt x="30693" y="138423"/>
                      <a:pt x="65725" y="140530"/>
                    </a:cubicBezTo>
                    <a:cubicBezTo>
                      <a:pt x="108132" y="143164"/>
                      <a:pt x="143163" y="108264"/>
                      <a:pt x="140529" y="65725"/>
                    </a:cubicBezTo>
                    <a:cubicBezTo>
                      <a:pt x="138291" y="30694"/>
                      <a:pt x="109975" y="2247"/>
                      <a:pt x="74944" y="140"/>
                    </a:cubicBezTo>
                    <a:close/>
                  </a:path>
                </a:pathLst>
              </a:custGeom>
              <a:solidFill>
                <a:schemeClr val="tx1"/>
              </a:solidFill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grpSp>
            <p:nvGrpSpPr>
              <p:cNvPr id="41" name="Graphic 4">
                <a:extLst>
                  <a:ext uri="{FF2B5EF4-FFF2-40B4-BE49-F238E27FC236}">
                    <a16:creationId xmlns:a16="http://schemas.microsoft.com/office/drawing/2014/main" id="{A207ACF9-A0CA-FF04-575F-8CCEC492CF21}"/>
                  </a:ext>
                </a:extLst>
              </p:cNvPr>
              <p:cNvGrpSpPr/>
              <p:nvPr/>
            </p:nvGrpSpPr>
            <p:grpSpPr>
              <a:xfrm>
                <a:off x="9534674" y="5283128"/>
                <a:ext cx="1664529" cy="590006"/>
                <a:chOff x="9534674" y="5283128"/>
                <a:chExt cx="1664529" cy="590006"/>
              </a:xfrm>
              <a:solidFill>
                <a:srgbClr val="000000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40FCE5BC-333C-6309-A355-8800B188A932}"/>
                    </a:ext>
                  </a:extLst>
                </p:cNvPr>
                <p:cNvSpPr/>
                <p:nvPr/>
              </p:nvSpPr>
              <p:spPr>
                <a:xfrm>
                  <a:off x="9534674" y="5295902"/>
                  <a:ext cx="463181" cy="564588"/>
                </a:xfrm>
                <a:custGeom>
                  <a:avLst/>
                  <a:gdLst>
                    <a:gd name="connsiteX0" fmla="*/ 456728 w 463181"/>
                    <a:gd name="connsiteY0" fmla="*/ 0 h 564588"/>
                    <a:gd name="connsiteX1" fmla="*/ 343600 w 463181"/>
                    <a:gd name="connsiteY1" fmla="*/ 0 h 564588"/>
                    <a:gd name="connsiteX2" fmla="*/ 336883 w 463181"/>
                    <a:gd name="connsiteY2" fmla="*/ 6717 h 564588"/>
                    <a:gd name="connsiteX3" fmla="*/ 336883 w 463181"/>
                    <a:gd name="connsiteY3" fmla="*/ 338595 h 564588"/>
                    <a:gd name="connsiteX4" fmla="*/ 332669 w 463181"/>
                    <a:gd name="connsiteY4" fmla="*/ 339780 h 564588"/>
                    <a:gd name="connsiteX5" fmla="*/ 136834 w 463181"/>
                    <a:gd name="connsiteY5" fmla="*/ 3424 h 564588"/>
                    <a:gd name="connsiteX6" fmla="*/ 131039 w 463181"/>
                    <a:gd name="connsiteY6" fmla="*/ 132 h 564588"/>
                    <a:gd name="connsiteX7" fmla="*/ 6717 w 463181"/>
                    <a:gd name="connsiteY7" fmla="*/ 132 h 564588"/>
                    <a:gd name="connsiteX8" fmla="*/ 0 w 463181"/>
                    <a:gd name="connsiteY8" fmla="*/ 6848 h 564588"/>
                    <a:gd name="connsiteX9" fmla="*/ 0 w 463181"/>
                    <a:gd name="connsiteY9" fmla="*/ 557872 h 564588"/>
                    <a:gd name="connsiteX10" fmla="*/ 6717 w 463181"/>
                    <a:gd name="connsiteY10" fmla="*/ 564589 h 564588"/>
                    <a:gd name="connsiteX11" fmla="*/ 119845 w 463181"/>
                    <a:gd name="connsiteY11" fmla="*/ 564589 h 564588"/>
                    <a:gd name="connsiteX12" fmla="*/ 126562 w 463181"/>
                    <a:gd name="connsiteY12" fmla="*/ 557872 h 564588"/>
                    <a:gd name="connsiteX13" fmla="*/ 126562 w 463181"/>
                    <a:gd name="connsiteY13" fmla="*/ 227310 h 564588"/>
                    <a:gd name="connsiteX14" fmla="*/ 130776 w 463181"/>
                    <a:gd name="connsiteY14" fmla="*/ 226125 h 564588"/>
                    <a:gd name="connsiteX15" fmla="*/ 326611 w 463181"/>
                    <a:gd name="connsiteY15" fmla="*/ 561164 h 564588"/>
                    <a:gd name="connsiteX16" fmla="*/ 332405 w 463181"/>
                    <a:gd name="connsiteY16" fmla="*/ 564457 h 564588"/>
                    <a:gd name="connsiteX17" fmla="*/ 456465 w 463181"/>
                    <a:gd name="connsiteY17" fmla="*/ 564457 h 564588"/>
                    <a:gd name="connsiteX18" fmla="*/ 463181 w 463181"/>
                    <a:gd name="connsiteY18" fmla="*/ 557740 h 564588"/>
                    <a:gd name="connsiteX19" fmla="*/ 463181 w 463181"/>
                    <a:gd name="connsiteY19" fmla="*/ 6717 h 564588"/>
                    <a:gd name="connsiteX20" fmla="*/ 456465 w 463181"/>
                    <a:gd name="connsiteY20" fmla="*/ 0 h 564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63181" h="564588">
                      <a:moveTo>
                        <a:pt x="456728" y="0"/>
                      </a:moveTo>
                      <a:lnTo>
                        <a:pt x="343600" y="0"/>
                      </a:lnTo>
                      <a:cubicBezTo>
                        <a:pt x="339912" y="0"/>
                        <a:pt x="336883" y="3029"/>
                        <a:pt x="336883" y="6717"/>
                      </a:cubicBezTo>
                      <a:lnTo>
                        <a:pt x="336883" y="338595"/>
                      </a:lnTo>
                      <a:cubicBezTo>
                        <a:pt x="336883" y="340834"/>
                        <a:pt x="333854" y="341756"/>
                        <a:pt x="332669" y="339780"/>
                      </a:cubicBezTo>
                      <a:lnTo>
                        <a:pt x="136834" y="3424"/>
                      </a:lnTo>
                      <a:cubicBezTo>
                        <a:pt x="135649" y="1317"/>
                        <a:pt x="133410" y="132"/>
                        <a:pt x="131039" y="132"/>
                      </a:cubicBezTo>
                      <a:lnTo>
                        <a:pt x="6717" y="132"/>
                      </a:lnTo>
                      <a:cubicBezTo>
                        <a:pt x="3029" y="132"/>
                        <a:pt x="0" y="3161"/>
                        <a:pt x="0" y="6848"/>
                      </a:cubicBezTo>
                      <a:lnTo>
                        <a:pt x="0" y="557872"/>
                      </a:lnTo>
                      <a:cubicBezTo>
                        <a:pt x="0" y="561560"/>
                        <a:pt x="3029" y="564589"/>
                        <a:pt x="6717" y="564589"/>
                      </a:cubicBezTo>
                      <a:lnTo>
                        <a:pt x="119845" y="564589"/>
                      </a:lnTo>
                      <a:cubicBezTo>
                        <a:pt x="123533" y="564589"/>
                        <a:pt x="126562" y="561560"/>
                        <a:pt x="126562" y="557872"/>
                      </a:cubicBezTo>
                      <a:lnTo>
                        <a:pt x="126562" y="227310"/>
                      </a:lnTo>
                      <a:cubicBezTo>
                        <a:pt x="126562" y="225072"/>
                        <a:pt x="129591" y="224150"/>
                        <a:pt x="130776" y="226125"/>
                      </a:cubicBezTo>
                      <a:lnTo>
                        <a:pt x="326611" y="561164"/>
                      </a:lnTo>
                      <a:cubicBezTo>
                        <a:pt x="327796" y="563272"/>
                        <a:pt x="330035" y="564457"/>
                        <a:pt x="332405" y="564457"/>
                      </a:cubicBezTo>
                      <a:lnTo>
                        <a:pt x="456465" y="564457"/>
                      </a:lnTo>
                      <a:cubicBezTo>
                        <a:pt x="460152" y="564457"/>
                        <a:pt x="463181" y="561428"/>
                        <a:pt x="463181" y="557740"/>
                      </a:cubicBezTo>
                      <a:lnTo>
                        <a:pt x="463181" y="6717"/>
                      </a:lnTo>
                      <a:cubicBezTo>
                        <a:pt x="463181" y="3029"/>
                        <a:pt x="460152" y="0"/>
                        <a:pt x="45646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FCF9569-2BA5-3C15-2B0F-1DC67E986812}"/>
                    </a:ext>
                  </a:extLst>
                </p:cNvPr>
                <p:cNvSpPr/>
                <p:nvPr/>
              </p:nvSpPr>
              <p:spPr>
                <a:xfrm>
                  <a:off x="10082142" y="5429152"/>
                  <a:ext cx="116552" cy="431207"/>
                </a:xfrm>
                <a:custGeom>
                  <a:avLst/>
                  <a:gdLst>
                    <a:gd name="connsiteX0" fmla="*/ 108519 w 116552"/>
                    <a:gd name="connsiteY0" fmla="*/ 161 h 431207"/>
                    <a:gd name="connsiteX1" fmla="*/ 58342 w 116552"/>
                    <a:gd name="connsiteY1" fmla="*/ 5428 h 431207"/>
                    <a:gd name="connsiteX2" fmla="*/ 8165 w 116552"/>
                    <a:gd name="connsiteY2" fmla="*/ 161 h 431207"/>
                    <a:gd name="connsiteX3" fmla="*/ 0 w 116552"/>
                    <a:gd name="connsiteY3" fmla="*/ 6745 h 431207"/>
                    <a:gd name="connsiteX4" fmla="*/ 0 w 116552"/>
                    <a:gd name="connsiteY4" fmla="*/ 424491 h 431207"/>
                    <a:gd name="connsiteX5" fmla="*/ 6717 w 116552"/>
                    <a:gd name="connsiteY5" fmla="*/ 431208 h 431207"/>
                    <a:gd name="connsiteX6" fmla="*/ 109836 w 116552"/>
                    <a:gd name="connsiteY6" fmla="*/ 431208 h 431207"/>
                    <a:gd name="connsiteX7" fmla="*/ 116553 w 116552"/>
                    <a:gd name="connsiteY7" fmla="*/ 424491 h 431207"/>
                    <a:gd name="connsiteX8" fmla="*/ 116553 w 116552"/>
                    <a:gd name="connsiteY8" fmla="*/ 6745 h 431207"/>
                    <a:gd name="connsiteX9" fmla="*/ 108387 w 116552"/>
                    <a:gd name="connsiteY9" fmla="*/ 161 h 431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6552" h="431207">
                      <a:moveTo>
                        <a:pt x="108519" y="161"/>
                      </a:moveTo>
                      <a:cubicBezTo>
                        <a:pt x="92715" y="3585"/>
                        <a:pt x="75858" y="5428"/>
                        <a:pt x="58342" y="5428"/>
                      </a:cubicBezTo>
                      <a:cubicBezTo>
                        <a:pt x="40826" y="5428"/>
                        <a:pt x="23969" y="3585"/>
                        <a:pt x="8165" y="161"/>
                      </a:cubicBezTo>
                      <a:cubicBezTo>
                        <a:pt x="3951" y="-761"/>
                        <a:pt x="0" y="2399"/>
                        <a:pt x="0" y="6745"/>
                      </a:cubicBezTo>
                      <a:lnTo>
                        <a:pt x="0" y="424491"/>
                      </a:lnTo>
                      <a:cubicBezTo>
                        <a:pt x="0" y="428178"/>
                        <a:pt x="3029" y="431208"/>
                        <a:pt x="6717" y="431208"/>
                      </a:cubicBezTo>
                      <a:lnTo>
                        <a:pt x="109836" y="431208"/>
                      </a:lnTo>
                      <a:cubicBezTo>
                        <a:pt x="113524" y="431208"/>
                        <a:pt x="116553" y="428178"/>
                        <a:pt x="116553" y="424491"/>
                      </a:cubicBezTo>
                      <a:lnTo>
                        <a:pt x="116553" y="6745"/>
                      </a:lnTo>
                      <a:cubicBezTo>
                        <a:pt x="116553" y="2399"/>
                        <a:pt x="112602" y="-761"/>
                        <a:pt x="108387" y="16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EDD22BA-87A3-C1E9-56A3-0AF61655A768}"/>
                    </a:ext>
                  </a:extLst>
                </p:cNvPr>
                <p:cNvSpPr/>
                <p:nvPr/>
              </p:nvSpPr>
              <p:spPr>
                <a:xfrm>
                  <a:off x="10827947" y="5296034"/>
                  <a:ext cx="371256" cy="564456"/>
                </a:xfrm>
                <a:custGeom>
                  <a:avLst/>
                  <a:gdLst>
                    <a:gd name="connsiteX0" fmla="*/ 364540 w 371256"/>
                    <a:gd name="connsiteY0" fmla="*/ 460942 h 564456"/>
                    <a:gd name="connsiteX1" fmla="*/ 128932 w 371256"/>
                    <a:gd name="connsiteY1" fmla="*/ 460942 h 564456"/>
                    <a:gd name="connsiteX2" fmla="*/ 126693 w 371256"/>
                    <a:gd name="connsiteY2" fmla="*/ 458704 h 564456"/>
                    <a:gd name="connsiteX3" fmla="*/ 126693 w 371256"/>
                    <a:gd name="connsiteY3" fmla="*/ 335961 h 564456"/>
                    <a:gd name="connsiteX4" fmla="*/ 128932 w 371256"/>
                    <a:gd name="connsiteY4" fmla="*/ 333722 h 564456"/>
                    <a:gd name="connsiteX5" fmla="*/ 321211 w 371256"/>
                    <a:gd name="connsiteY5" fmla="*/ 333722 h 564456"/>
                    <a:gd name="connsiteX6" fmla="*/ 327928 w 371256"/>
                    <a:gd name="connsiteY6" fmla="*/ 327006 h 564456"/>
                    <a:gd name="connsiteX7" fmla="*/ 327928 w 371256"/>
                    <a:gd name="connsiteY7" fmla="*/ 237188 h 564456"/>
                    <a:gd name="connsiteX8" fmla="*/ 321211 w 371256"/>
                    <a:gd name="connsiteY8" fmla="*/ 230471 h 564456"/>
                    <a:gd name="connsiteX9" fmla="*/ 128932 w 371256"/>
                    <a:gd name="connsiteY9" fmla="*/ 230471 h 564456"/>
                    <a:gd name="connsiteX10" fmla="*/ 126693 w 371256"/>
                    <a:gd name="connsiteY10" fmla="*/ 228232 h 564456"/>
                    <a:gd name="connsiteX11" fmla="*/ 126693 w 371256"/>
                    <a:gd name="connsiteY11" fmla="*/ 105490 h 564456"/>
                    <a:gd name="connsiteX12" fmla="*/ 128932 w 371256"/>
                    <a:gd name="connsiteY12" fmla="*/ 103251 h 564456"/>
                    <a:gd name="connsiteX13" fmla="*/ 364540 w 371256"/>
                    <a:gd name="connsiteY13" fmla="*/ 103251 h 564456"/>
                    <a:gd name="connsiteX14" fmla="*/ 371256 w 371256"/>
                    <a:gd name="connsiteY14" fmla="*/ 96535 h 564456"/>
                    <a:gd name="connsiteX15" fmla="*/ 371256 w 371256"/>
                    <a:gd name="connsiteY15" fmla="*/ 6717 h 564456"/>
                    <a:gd name="connsiteX16" fmla="*/ 364540 w 371256"/>
                    <a:gd name="connsiteY16" fmla="*/ 0 h 564456"/>
                    <a:gd name="connsiteX17" fmla="*/ 6717 w 371256"/>
                    <a:gd name="connsiteY17" fmla="*/ 0 h 564456"/>
                    <a:gd name="connsiteX18" fmla="*/ 0 w 371256"/>
                    <a:gd name="connsiteY18" fmla="*/ 6717 h 564456"/>
                    <a:gd name="connsiteX19" fmla="*/ 0 w 371256"/>
                    <a:gd name="connsiteY19" fmla="*/ 557740 h 564456"/>
                    <a:gd name="connsiteX20" fmla="*/ 6717 w 371256"/>
                    <a:gd name="connsiteY20" fmla="*/ 564457 h 564456"/>
                    <a:gd name="connsiteX21" fmla="*/ 364540 w 371256"/>
                    <a:gd name="connsiteY21" fmla="*/ 564457 h 564456"/>
                    <a:gd name="connsiteX22" fmla="*/ 371256 w 371256"/>
                    <a:gd name="connsiteY22" fmla="*/ 557740 h 564456"/>
                    <a:gd name="connsiteX23" fmla="*/ 371256 w 371256"/>
                    <a:gd name="connsiteY23" fmla="*/ 467922 h 564456"/>
                    <a:gd name="connsiteX24" fmla="*/ 364540 w 371256"/>
                    <a:gd name="connsiteY24" fmla="*/ 461206 h 564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71256" h="564456">
                      <a:moveTo>
                        <a:pt x="364540" y="460942"/>
                      </a:moveTo>
                      <a:lnTo>
                        <a:pt x="128932" y="460942"/>
                      </a:lnTo>
                      <a:cubicBezTo>
                        <a:pt x="127747" y="460942"/>
                        <a:pt x="126693" y="459889"/>
                        <a:pt x="126693" y="458704"/>
                      </a:cubicBezTo>
                      <a:lnTo>
                        <a:pt x="126693" y="335961"/>
                      </a:lnTo>
                      <a:cubicBezTo>
                        <a:pt x="126693" y="334776"/>
                        <a:pt x="127747" y="333722"/>
                        <a:pt x="128932" y="333722"/>
                      </a:cubicBezTo>
                      <a:lnTo>
                        <a:pt x="321211" y="333722"/>
                      </a:lnTo>
                      <a:cubicBezTo>
                        <a:pt x="324899" y="333722"/>
                        <a:pt x="327928" y="330693"/>
                        <a:pt x="327928" y="327006"/>
                      </a:cubicBezTo>
                      <a:lnTo>
                        <a:pt x="327928" y="237188"/>
                      </a:lnTo>
                      <a:cubicBezTo>
                        <a:pt x="327928" y="233500"/>
                        <a:pt x="324899" y="230471"/>
                        <a:pt x="321211" y="230471"/>
                      </a:cubicBezTo>
                      <a:lnTo>
                        <a:pt x="128932" y="230471"/>
                      </a:lnTo>
                      <a:cubicBezTo>
                        <a:pt x="127747" y="230471"/>
                        <a:pt x="126693" y="229418"/>
                        <a:pt x="126693" y="228232"/>
                      </a:cubicBezTo>
                      <a:lnTo>
                        <a:pt x="126693" y="105490"/>
                      </a:lnTo>
                      <a:cubicBezTo>
                        <a:pt x="126693" y="104305"/>
                        <a:pt x="127747" y="103251"/>
                        <a:pt x="128932" y="103251"/>
                      </a:cubicBezTo>
                      <a:lnTo>
                        <a:pt x="364540" y="103251"/>
                      </a:lnTo>
                      <a:cubicBezTo>
                        <a:pt x="368227" y="103251"/>
                        <a:pt x="371256" y="100222"/>
                        <a:pt x="371256" y="96535"/>
                      </a:cubicBezTo>
                      <a:lnTo>
                        <a:pt x="371256" y="6717"/>
                      </a:lnTo>
                      <a:cubicBezTo>
                        <a:pt x="371256" y="3029"/>
                        <a:pt x="368227" y="0"/>
                        <a:pt x="364540" y="0"/>
                      </a:cubicBezTo>
                      <a:lnTo>
                        <a:pt x="6717" y="0"/>
                      </a:lnTo>
                      <a:cubicBezTo>
                        <a:pt x="3029" y="0"/>
                        <a:pt x="0" y="3029"/>
                        <a:pt x="0" y="6717"/>
                      </a:cubicBezTo>
                      <a:lnTo>
                        <a:pt x="0" y="557740"/>
                      </a:lnTo>
                      <a:cubicBezTo>
                        <a:pt x="0" y="561428"/>
                        <a:pt x="3029" y="564457"/>
                        <a:pt x="6717" y="564457"/>
                      </a:cubicBezTo>
                      <a:lnTo>
                        <a:pt x="364540" y="564457"/>
                      </a:lnTo>
                      <a:cubicBezTo>
                        <a:pt x="368227" y="564457"/>
                        <a:pt x="371256" y="561428"/>
                        <a:pt x="371256" y="557740"/>
                      </a:cubicBezTo>
                      <a:lnTo>
                        <a:pt x="371256" y="467922"/>
                      </a:lnTo>
                      <a:cubicBezTo>
                        <a:pt x="371256" y="464235"/>
                        <a:pt x="368227" y="461206"/>
                        <a:pt x="364540" y="4612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D9558BAF-D2B4-1C01-ABD3-897C273E4EB2}"/>
                    </a:ext>
                  </a:extLst>
                </p:cNvPr>
                <p:cNvSpPr/>
                <p:nvPr/>
              </p:nvSpPr>
              <p:spPr>
                <a:xfrm>
                  <a:off x="10270865" y="5283128"/>
                  <a:ext cx="484901" cy="590006"/>
                </a:xfrm>
                <a:custGeom>
                  <a:avLst/>
                  <a:gdLst>
                    <a:gd name="connsiteX0" fmla="*/ 478327 w 484901"/>
                    <a:gd name="connsiteY0" fmla="*/ 368095 h 590006"/>
                    <a:gd name="connsiteX1" fmla="*/ 358613 w 484901"/>
                    <a:gd name="connsiteY1" fmla="*/ 368095 h 590006"/>
                    <a:gd name="connsiteX2" fmla="*/ 352028 w 484901"/>
                    <a:gd name="connsiteY2" fmla="*/ 373627 h 590006"/>
                    <a:gd name="connsiteX3" fmla="*/ 320816 w 484901"/>
                    <a:gd name="connsiteY3" fmla="*/ 446456 h 590006"/>
                    <a:gd name="connsiteX4" fmla="*/ 247592 w 484901"/>
                    <a:gd name="connsiteY4" fmla="*/ 477010 h 590006"/>
                    <a:gd name="connsiteX5" fmla="*/ 185035 w 484901"/>
                    <a:gd name="connsiteY5" fmla="*/ 454753 h 590006"/>
                    <a:gd name="connsiteX6" fmla="*/ 144604 w 484901"/>
                    <a:gd name="connsiteY6" fmla="*/ 391933 h 590006"/>
                    <a:gd name="connsiteX7" fmla="*/ 130381 w 484901"/>
                    <a:gd name="connsiteY7" fmla="*/ 295793 h 590006"/>
                    <a:gd name="connsiteX8" fmla="*/ 143814 w 484901"/>
                    <a:gd name="connsiteY8" fmla="*/ 200444 h 590006"/>
                    <a:gd name="connsiteX9" fmla="*/ 183850 w 484901"/>
                    <a:gd name="connsiteY9" fmla="*/ 136044 h 590006"/>
                    <a:gd name="connsiteX10" fmla="*/ 248250 w 484901"/>
                    <a:gd name="connsiteY10" fmla="*/ 112997 h 590006"/>
                    <a:gd name="connsiteX11" fmla="*/ 318182 w 484901"/>
                    <a:gd name="connsiteY11" fmla="*/ 141575 h 590006"/>
                    <a:gd name="connsiteX12" fmla="*/ 350843 w 484901"/>
                    <a:gd name="connsiteY12" fmla="*/ 208873 h 590006"/>
                    <a:gd name="connsiteX13" fmla="*/ 357428 w 484901"/>
                    <a:gd name="connsiteY13" fmla="*/ 214141 h 590006"/>
                    <a:gd name="connsiteX14" fmla="*/ 476615 w 484901"/>
                    <a:gd name="connsiteY14" fmla="*/ 214141 h 590006"/>
                    <a:gd name="connsiteX15" fmla="*/ 483200 w 484901"/>
                    <a:gd name="connsiteY15" fmla="*/ 206107 h 590006"/>
                    <a:gd name="connsiteX16" fmla="*/ 410239 w 484901"/>
                    <a:gd name="connsiteY16" fmla="*/ 55708 h 590006"/>
                    <a:gd name="connsiteX17" fmla="*/ 248250 w 484901"/>
                    <a:gd name="connsiteY17" fmla="*/ 0 h 590006"/>
                    <a:gd name="connsiteX18" fmla="*/ 116421 w 484901"/>
                    <a:gd name="connsiteY18" fmla="*/ 36612 h 590006"/>
                    <a:gd name="connsiteX19" fmla="*/ 30159 w 484901"/>
                    <a:gd name="connsiteY19" fmla="*/ 139600 h 590006"/>
                    <a:gd name="connsiteX20" fmla="*/ 0 w 484901"/>
                    <a:gd name="connsiteY20" fmla="*/ 295793 h 590006"/>
                    <a:gd name="connsiteX21" fmla="*/ 31607 w 484901"/>
                    <a:gd name="connsiteY21" fmla="*/ 454358 h 590006"/>
                    <a:gd name="connsiteX22" fmla="*/ 118923 w 484901"/>
                    <a:gd name="connsiteY22" fmla="*/ 554975 h 590006"/>
                    <a:gd name="connsiteX23" fmla="*/ 246012 w 484901"/>
                    <a:gd name="connsiteY23" fmla="*/ 590006 h 590006"/>
                    <a:gd name="connsiteX24" fmla="*/ 364671 w 484901"/>
                    <a:gd name="connsiteY24" fmla="*/ 563798 h 590006"/>
                    <a:gd name="connsiteX25" fmla="*/ 444744 w 484901"/>
                    <a:gd name="connsiteY25" fmla="*/ 487809 h 590006"/>
                    <a:gd name="connsiteX26" fmla="*/ 484780 w 484901"/>
                    <a:gd name="connsiteY26" fmla="*/ 376129 h 590006"/>
                    <a:gd name="connsiteX27" fmla="*/ 478195 w 484901"/>
                    <a:gd name="connsiteY27" fmla="*/ 368095 h 590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84901" h="590006">
                      <a:moveTo>
                        <a:pt x="478327" y="368095"/>
                      </a:moveTo>
                      <a:lnTo>
                        <a:pt x="358613" y="368095"/>
                      </a:lnTo>
                      <a:cubicBezTo>
                        <a:pt x="355321" y="368095"/>
                        <a:pt x="352555" y="370334"/>
                        <a:pt x="352028" y="373627"/>
                      </a:cubicBezTo>
                      <a:cubicBezTo>
                        <a:pt x="346497" y="404049"/>
                        <a:pt x="336093" y="428413"/>
                        <a:pt x="320816" y="446456"/>
                      </a:cubicBezTo>
                      <a:cubicBezTo>
                        <a:pt x="303564" y="466869"/>
                        <a:pt x="279199" y="477010"/>
                        <a:pt x="247592" y="477010"/>
                      </a:cubicBezTo>
                      <a:cubicBezTo>
                        <a:pt x="223360" y="477010"/>
                        <a:pt x="202420" y="469634"/>
                        <a:pt x="185035" y="454753"/>
                      </a:cubicBezTo>
                      <a:cubicBezTo>
                        <a:pt x="167520" y="439871"/>
                        <a:pt x="154086" y="418931"/>
                        <a:pt x="144604" y="391933"/>
                      </a:cubicBezTo>
                      <a:cubicBezTo>
                        <a:pt x="135122" y="364935"/>
                        <a:pt x="130381" y="332800"/>
                        <a:pt x="130381" y="295793"/>
                      </a:cubicBezTo>
                      <a:cubicBezTo>
                        <a:pt x="130381" y="259708"/>
                        <a:pt x="134859" y="227969"/>
                        <a:pt x="143814" y="200444"/>
                      </a:cubicBezTo>
                      <a:cubicBezTo>
                        <a:pt x="152770" y="172919"/>
                        <a:pt x="166071" y="151453"/>
                        <a:pt x="183850" y="136044"/>
                      </a:cubicBezTo>
                      <a:cubicBezTo>
                        <a:pt x="201498" y="120635"/>
                        <a:pt x="223096" y="112997"/>
                        <a:pt x="248250" y="112997"/>
                      </a:cubicBezTo>
                      <a:cubicBezTo>
                        <a:pt x="276829" y="112997"/>
                        <a:pt x="300139" y="122479"/>
                        <a:pt x="318182" y="141575"/>
                      </a:cubicBezTo>
                      <a:cubicBezTo>
                        <a:pt x="333854" y="158301"/>
                        <a:pt x="344785" y="180689"/>
                        <a:pt x="350843" y="208873"/>
                      </a:cubicBezTo>
                      <a:cubicBezTo>
                        <a:pt x="351502" y="211902"/>
                        <a:pt x="354267" y="214141"/>
                        <a:pt x="357428" y="214141"/>
                      </a:cubicBezTo>
                      <a:lnTo>
                        <a:pt x="476615" y="214141"/>
                      </a:lnTo>
                      <a:cubicBezTo>
                        <a:pt x="480829" y="214141"/>
                        <a:pt x="483990" y="210321"/>
                        <a:pt x="483200" y="206107"/>
                      </a:cubicBezTo>
                      <a:cubicBezTo>
                        <a:pt x="471347" y="141312"/>
                        <a:pt x="446983" y="91135"/>
                        <a:pt x="410239" y="55708"/>
                      </a:cubicBezTo>
                      <a:cubicBezTo>
                        <a:pt x="371651" y="18569"/>
                        <a:pt x="317655" y="0"/>
                        <a:pt x="248250" y="0"/>
                      </a:cubicBezTo>
                      <a:cubicBezTo>
                        <a:pt x="197810" y="0"/>
                        <a:pt x="153823" y="12248"/>
                        <a:pt x="116421" y="36612"/>
                      </a:cubicBezTo>
                      <a:cubicBezTo>
                        <a:pt x="79019" y="60976"/>
                        <a:pt x="50309" y="95349"/>
                        <a:pt x="30159" y="139600"/>
                      </a:cubicBezTo>
                      <a:cubicBezTo>
                        <a:pt x="10009" y="183850"/>
                        <a:pt x="0" y="236003"/>
                        <a:pt x="0" y="295793"/>
                      </a:cubicBezTo>
                      <a:cubicBezTo>
                        <a:pt x="0" y="355584"/>
                        <a:pt x="10536" y="410634"/>
                        <a:pt x="31607" y="454358"/>
                      </a:cubicBezTo>
                      <a:cubicBezTo>
                        <a:pt x="52679" y="498081"/>
                        <a:pt x="81784" y="531664"/>
                        <a:pt x="118923" y="554975"/>
                      </a:cubicBezTo>
                      <a:cubicBezTo>
                        <a:pt x="156062" y="578285"/>
                        <a:pt x="198337" y="590006"/>
                        <a:pt x="246012" y="590006"/>
                      </a:cubicBezTo>
                      <a:cubicBezTo>
                        <a:pt x="292106" y="590006"/>
                        <a:pt x="331615" y="581314"/>
                        <a:pt x="364671" y="563798"/>
                      </a:cubicBezTo>
                      <a:cubicBezTo>
                        <a:pt x="397728" y="546283"/>
                        <a:pt x="424331" y="520997"/>
                        <a:pt x="444744" y="487809"/>
                      </a:cubicBezTo>
                      <a:cubicBezTo>
                        <a:pt x="463840" y="456728"/>
                        <a:pt x="477141" y="419458"/>
                        <a:pt x="484780" y="376129"/>
                      </a:cubicBezTo>
                      <a:cubicBezTo>
                        <a:pt x="485570" y="371915"/>
                        <a:pt x="482409" y="368095"/>
                        <a:pt x="478195" y="36809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</p:grpSp>
        </p:grpSp>
        <p:grpSp>
          <p:nvGrpSpPr>
            <p:cNvPr id="46" name="Graphic 4">
              <a:extLst>
                <a:ext uri="{FF2B5EF4-FFF2-40B4-BE49-F238E27FC236}">
                  <a16:creationId xmlns:a16="http://schemas.microsoft.com/office/drawing/2014/main" id="{47CD3B9A-F99E-F1C7-75D0-510304A9C526}"/>
                </a:ext>
              </a:extLst>
            </p:cNvPr>
            <p:cNvGrpSpPr/>
            <p:nvPr/>
          </p:nvGrpSpPr>
          <p:grpSpPr>
            <a:xfrm>
              <a:off x="10405592" y="5955577"/>
              <a:ext cx="792162" cy="206765"/>
              <a:chOff x="10405592" y="5955577"/>
              <a:chExt cx="792162" cy="206765"/>
            </a:xfrm>
            <a:solidFill>
              <a:schemeClr val="bg1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9262C53-2C0A-E2DF-C811-B0828E3492AC}"/>
                  </a:ext>
                </a:extLst>
              </p:cNvPr>
              <p:cNvSpPr/>
              <p:nvPr/>
            </p:nvSpPr>
            <p:spPr>
              <a:xfrm>
                <a:off x="10405592" y="6007992"/>
                <a:ext cx="249304" cy="152242"/>
              </a:xfrm>
              <a:custGeom>
                <a:avLst/>
                <a:gdLst>
                  <a:gd name="connsiteX0" fmla="*/ 47938 w 249304"/>
                  <a:gd name="connsiteY0" fmla="*/ 152243 h 152242"/>
                  <a:gd name="connsiteX1" fmla="*/ 0 w 249304"/>
                  <a:gd name="connsiteY1" fmla="*/ 0 h 152242"/>
                  <a:gd name="connsiteX2" fmla="*/ 44250 w 249304"/>
                  <a:gd name="connsiteY2" fmla="*/ 0 h 152242"/>
                  <a:gd name="connsiteX3" fmla="*/ 72566 w 249304"/>
                  <a:gd name="connsiteY3" fmla="*/ 106017 h 152242"/>
                  <a:gd name="connsiteX4" fmla="*/ 102593 w 249304"/>
                  <a:gd name="connsiteY4" fmla="*/ 0 h 152242"/>
                  <a:gd name="connsiteX5" fmla="*/ 147897 w 249304"/>
                  <a:gd name="connsiteY5" fmla="*/ 0 h 152242"/>
                  <a:gd name="connsiteX6" fmla="*/ 177924 w 249304"/>
                  <a:gd name="connsiteY6" fmla="*/ 106017 h 152242"/>
                  <a:gd name="connsiteX7" fmla="*/ 205712 w 249304"/>
                  <a:gd name="connsiteY7" fmla="*/ 0 h 152242"/>
                  <a:gd name="connsiteX8" fmla="*/ 249304 w 249304"/>
                  <a:gd name="connsiteY8" fmla="*/ 0 h 152242"/>
                  <a:gd name="connsiteX9" fmla="*/ 201366 w 249304"/>
                  <a:gd name="connsiteY9" fmla="*/ 152243 h 152242"/>
                  <a:gd name="connsiteX10" fmla="*/ 154877 w 249304"/>
                  <a:gd name="connsiteY10" fmla="*/ 152243 h 152242"/>
                  <a:gd name="connsiteX11" fmla="*/ 124586 w 249304"/>
                  <a:gd name="connsiteY11" fmla="*/ 49387 h 152242"/>
                  <a:gd name="connsiteX12" fmla="*/ 94559 w 249304"/>
                  <a:gd name="connsiteY12" fmla="*/ 152243 h 152242"/>
                  <a:gd name="connsiteX13" fmla="*/ 48070 w 249304"/>
                  <a:gd name="connsiteY13" fmla="*/ 152243 h 15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9304" h="152242">
                    <a:moveTo>
                      <a:pt x="47938" y="152243"/>
                    </a:moveTo>
                    <a:lnTo>
                      <a:pt x="0" y="0"/>
                    </a:lnTo>
                    <a:lnTo>
                      <a:pt x="44250" y="0"/>
                    </a:lnTo>
                    <a:lnTo>
                      <a:pt x="72566" y="106017"/>
                    </a:lnTo>
                    <a:lnTo>
                      <a:pt x="102593" y="0"/>
                    </a:lnTo>
                    <a:lnTo>
                      <a:pt x="147897" y="0"/>
                    </a:lnTo>
                    <a:lnTo>
                      <a:pt x="177924" y="106017"/>
                    </a:lnTo>
                    <a:lnTo>
                      <a:pt x="205712" y="0"/>
                    </a:lnTo>
                    <a:lnTo>
                      <a:pt x="249304" y="0"/>
                    </a:lnTo>
                    <a:lnTo>
                      <a:pt x="201366" y="152243"/>
                    </a:lnTo>
                    <a:lnTo>
                      <a:pt x="154877" y="152243"/>
                    </a:lnTo>
                    <a:lnTo>
                      <a:pt x="124586" y="49387"/>
                    </a:lnTo>
                    <a:lnTo>
                      <a:pt x="94559" y="152243"/>
                    </a:lnTo>
                    <a:lnTo>
                      <a:pt x="48070" y="152243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448BBEE-545F-BA50-AD8D-D1A04921CAFC}"/>
                  </a:ext>
                </a:extLst>
              </p:cNvPr>
              <p:cNvSpPr/>
              <p:nvPr/>
            </p:nvSpPr>
            <p:spPr>
              <a:xfrm>
                <a:off x="10670173" y="6005490"/>
                <a:ext cx="152769" cy="156852"/>
              </a:xfrm>
              <a:custGeom>
                <a:avLst/>
                <a:gdLst>
                  <a:gd name="connsiteX0" fmla="*/ 76780 w 152769"/>
                  <a:gd name="connsiteY0" fmla="*/ 156720 h 156852"/>
                  <a:gd name="connsiteX1" fmla="*/ 36349 w 152769"/>
                  <a:gd name="connsiteY1" fmla="*/ 147370 h 156852"/>
                  <a:gd name="connsiteX2" fmla="*/ 9482 w 152769"/>
                  <a:gd name="connsiteY2" fmla="*/ 120504 h 156852"/>
                  <a:gd name="connsiteX3" fmla="*/ 0 w 152769"/>
                  <a:gd name="connsiteY3" fmla="*/ 79019 h 156852"/>
                  <a:gd name="connsiteX4" fmla="*/ 9614 w 152769"/>
                  <a:gd name="connsiteY4" fmla="*/ 36744 h 156852"/>
                  <a:gd name="connsiteX5" fmla="*/ 36612 w 152769"/>
                  <a:gd name="connsiteY5" fmla="*/ 9482 h 156852"/>
                  <a:gd name="connsiteX6" fmla="*/ 76516 w 152769"/>
                  <a:gd name="connsiteY6" fmla="*/ 0 h 156852"/>
                  <a:gd name="connsiteX7" fmla="*/ 116684 w 152769"/>
                  <a:gd name="connsiteY7" fmla="*/ 9877 h 156852"/>
                  <a:gd name="connsiteX8" fmla="*/ 143287 w 152769"/>
                  <a:gd name="connsiteY8" fmla="*/ 37271 h 156852"/>
                  <a:gd name="connsiteX9" fmla="*/ 152770 w 152769"/>
                  <a:gd name="connsiteY9" fmla="*/ 79414 h 156852"/>
                  <a:gd name="connsiteX10" fmla="*/ 143419 w 152769"/>
                  <a:gd name="connsiteY10" fmla="*/ 120899 h 156852"/>
                  <a:gd name="connsiteX11" fmla="*/ 117079 w 152769"/>
                  <a:gd name="connsiteY11" fmla="*/ 147633 h 156852"/>
                  <a:gd name="connsiteX12" fmla="*/ 76780 w 152769"/>
                  <a:gd name="connsiteY12" fmla="*/ 156852 h 156852"/>
                  <a:gd name="connsiteX13" fmla="*/ 76253 w 152769"/>
                  <a:gd name="connsiteY13" fmla="*/ 119713 h 156852"/>
                  <a:gd name="connsiteX14" fmla="*/ 97588 w 152769"/>
                  <a:gd name="connsiteY14" fmla="*/ 113919 h 156852"/>
                  <a:gd name="connsiteX15" fmla="*/ 109309 w 152769"/>
                  <a:gd name="connsiteY15" fmla="*/ 98773 h 156852"/>
                  <a:gd name="connsiteX16" fmla="*/ 112865 w 152769"/>
                  <a:gd name="connsiteY16" fmla="*/ 79019 h 156852"/>
                  <a:gd name="connsiteX17" fmla="*/ 109309 w 152769"/>
                  <a:gd name="connsiteY17" fmla="*/ 59132 h 156852"/>
                  <a:gd name="connsiteX18" fmla="*/ 97720 w 152769"/>
                  <a:gd name="connsiteY18" fmla="*/ 43329 h 156852"/>
                  <a:gd name="connsiteX19" fmla="*/ 76253 w 152769"/>
                  <a:gd name="connsiteY19" fmla="*/ 37139 h 156852"/>
                  <a:gd name="connsiteX20" fmla="*/ 55181 w 152769"/>
                  <a:gd name="connsiteY20" fmla="*/ 43329 h 156852"/>
                  <a:gd name="connsiteX21" fmla="*/ 43460 w 152769"/>
                  <a:gd name="connsiteY21" fmla="*/ 59132 h 156852"/>
                  <a:gd name="connsiteX22" fmla="*/ 39904 w 152769"/>
                  <a:gd name="connsiteY22" fmla="*/ 79019 h 156852"/>
                  <a:gd name="connsiteX23" fmla="*/ 43460 w 152769"/>
                  <a:gd name="connsiteY23" fmla="*/ 98905 h 156852"/>
                  <a:gd name="connsiteX24" fmla="*/ 55181 w 152769"/>
                  <a:gd name="connsiteY24" fmla="*/ 113919 h 156852"/>
                  <a:gd name="connsiteX25" fmla="*/ 76253 w 152769"/>
                  <a:gd name="connsiteY25" fmla="*/ 119713 h 156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2769" h="156852">
                    <a:moveTo>
                      <a:pt x="76780" y="156720"/>
                    </a:moveTo>
                    <a:cubicBezTo>
                      <a:pt x="61371" y="156720"/>
                      <a:pt x="47938" y="153560"/>
                      <a:pt x="36349" y="147370"/>
                    </a:cubicBezTo>
                    <a:cubicBezTo>
                      <a:pt x="24759" y="141048"/>
                      <a:pt x="15804" y="132225"/>
                      <a:pt x="9482" y="120504"/>
                    </a:cubicBezTo>
                    <a:cubicBezTo>
                      <a:pt x="3161" y="108914"/>
                      <a:pt x="0" y="95086"/>
                      <a:pt x="0" y="79019"/>
                    </a:cubicBezTo>
                    <a:cubicBezTo>
                      <a:pt x="0" y="62952"/>
                      <a:pt x="3161" y="48597"/>
                      <a:pt x="9614" y="36744"/>
                    </a:cubicBezTo>
                    <a:cubicBezTo>
                      <a:pt x="16067" y="24891"/>
                      <a:pt x="25023" y="15804"/>
                      <a:pt x="36612" y="9482"/>
                    </a:cubicBezTo>
                    <a:cubicBezTo>
                      <a:pt x="48201" y="3161"/>
                      <a:pt x="61503" y="0"/>
                      <a:pt x="76516" y="0"/>
                    </a:cubicBezTo>
                    <a:cubicBezTo>
                      <a:pt x="91530" y="0"/>
                      <a:pt x="105358" y="3292"/>
                      <a:pt x="116684" y="9877"/>
                    </a:cubicBezTo>
                    <a:cubicBezTo>
                      <a:pt x="128010" y="16462"/>
                      <a:pt x="136966" y="25549"/>
                      <a:pt x="143287" y="37271"/>
                    </a:cubicBezTo>
                    <a:cubicBezTo>
                      <a:pt x="149609" y="48992"/>
                      <a:pt x="152770" y="63083"/>
                      <a:pt x="152770" y="79414"/>
                    </a:cubicBezTo>
                    <a:cubicBezTo>
                      <a:pt x="152770" y="95744"/>
                      <a:pt x="149609" y="109178"/>
                      <a:pt x="143419" y="120899"/>
                    </a:cubicBezTo>
                    <a:cubicBezTo>
                      <a:pt x="137097" y="132488"/>
                      <a:pt x="128405" y="141444"/>
                      <a:pt x="117079" y="147633"/>
                    </a:cubicBezTo>
                    <a:cubicBezTo>
                      <a:pt x="105753" y="153823"/>
                      <a:pt x="92320" y="156852"/>
                      <a:pt x="76780" y="156852"/>
                    </a:cubicBezTo>
                    <a:close/>
                    <a:moveTo>
                      <a:pt x="76253" y="119713"/>
                    </a:moveTo>
                    <a:cubicBezTo>
                      <a:pt x="85077" y="119713"/>
                      <a:pt x="92189" y="117738"/>
                      <a:pt x="97588" y="113919"/>
                    </a:cubicBezTo>
                    <a:cubicBezTo>
                      <a:pt x="102988" y="110099"/>
                      <a:pt x="106807" y="104963"/>
                      <a:pt x="109309" y="98773"/>
                    </a:cubicBezTo>
                    <a:cubicBezTo>
                      <a:pt x="111680" y="92452"/>
                      <a:pt x="112865" y="85867"/>
                      <a:pt x="112865" y="79019"/>
                    </a:cubicBezTo>
                    <a:cubicBezTo>
                      <a:pt x="112865" y="72170"/>
                      <a:pt x="111680" y="65454"/>
                      <a:pt x="109309" y="59132"/>
                    </a:cubicBezTo>
                    <a:cubicBezTo>
                      <a:pt x="106939" y="52811"/>
                      <a:pt x="102988" y="47543"/>
                      <a:pt x="97720" y="43329"/>
                    </a:cubicBezTo>
                    <a:cubicBezTo>
                      <a:pt x="92452" y="39246"/>
                      <a:pt x="85209" y="37139"/>
                      <a:pt x="76253" y="37139"/>
                    </a:cubicBezTo>
                    <a:cubicBezTo>
                      <a:pt x="67298" y="37139"/>
                      <a:pt x="60581" y="39246"/>
                      <a:pt x="55181" y="43329"/>
                    </a:cubicBezTo>
                    <a:cubicBezTo>
                      <a:pt x="49782" y="47411"/>
                      <a:pt x="45831" y="52679"/>
                      <a:pt x="43460" y="59132"/>
                    </a:cubicBezTo>
                    <a:cubicBezTo>
                      <a:pt x="41090" y="65454"/>
                      <a:pt x="39904" y="72170"/>
                      <a:pt x="39904" y="79019"/>
                    </a:cubicBezTo>
                    <a:cubicBezTo>
                      <a:pt x="39904" y="85867"/>
                      <a:pt x="41090" y="92847"/>
                      <a:pt x="43460" y="98905"/>
                    </a:cubicBezTo>
                    <a:cubicBezTo>
                      <a:pt x="45831" y="104963"/>
                      <a:pt x="49782" y="110099"/>
                      <a:pt x="55181" y="113919"/>
                    </a:cubicBezTo>
                    <a:cubicBezTo>
                      <a:pt x="60581" y="117738"/>
                      <a:pt x="67561" y="119713"/>
                      <a:pt x="76253" y="119713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3730B14-8643-D179-FF89-3A80D71BCB53}"/>
                  </a:ext>
                </a:extLst>
              </p:cNvPr>
              <p:cNvSpPr/>
              <p:nvPr/>
            </p:nvSpPr>
            <p:spPr>
              <a:xfrm>
                <a:off x="10853628" y="6005359"/>
                <a:ext cx="94559" cy="154876"/>
              </a:xfrm>
              <a:custGeom>
                <a:avLst/>
                <a:gdLst>
                  <a:gd name="connsiteX0" fmla="*/ 0 w 94559"/>
                  <a:gd name="connsiteY0" fmla="*/ 154877 h 154876"/>
                  <a:gd name="connsiteX1" fmla="*/ 0 w 94559"/>
                  <a:gd name="connsiteY1" fmla="*/ 2634 h 154876"/>
                  <a:gd name="connsiteX2" fmla="*/ 36349 w 94559"/>
                  <a:gd name="connsiteY2" fmla="*/ 2634 h 154876"/>
                  <a:gd name="connsiteX3" fmla="*/ 38983 w 94559"/>
                  <a:gd name="connsiteY3" fmla="*/ 20808 h 154876"/>
                  <a:gd name="connsiteX4" fmla="*/ 52021 w 94559"/>
                  <a:gd name="connsiteY4" fmla="*/ 7638 h 154876"/>
                  <a:gd name="connsiteX5" fmla="*/ 67034 w 94559"/>
                  <a:gd name="connsiteY5" fmla="*/ 1580 h 154876"/>
                  <a:gd name="connsiteX6" fmla="*/ 82970 w 94559"/>
                  <a:gd name="connsiteY6" fmla="*/ 0 h 154876"/>
                  <a:gd name="connsiteX7" fmla="*/ 89950 w 94559"/>
                  <a:gd name="connsiteY7" fmla="*/ 132 h 154876"/>
                  <a:gd name="connsiteX8" fmla="*/ 94559 w 94559"/>
                  <a:gd name="connsiteY8" fmla="*/ 263 h 154876"/>
                  <a:gd name="connsiteX9" fmla="*/ 94559 w 94559"/>
                  <a:gd name="connsiteY9" fmla="*/ 39246 h 154876"/>
                  <a:gd name="connsiteX10" fmla="*/ 85077 w 94559"/>
                  <a:gd name="connsiteY10" fmla="*/ 39246 h 154876"/>
                  <a:gd name="connsiteX11" fmla="*/ 61371 w 94559"/>
                  <a:gd name="connsiteY11" fmla="*/ 43855 h 154876"/>
                  <a:gd name="connsiteX12" fmla="*/ 45963 w 94559"/>
                  <a:gd name="connsiteY12" fmla="*/ 58342 h 154876"/>
                  <a:gd name="connsiteX13" fmla="*/ 40563 w 94559"/>
                  <a:gd name="connsiteY13" fmla="*/ 83496 h 154876"/>
                  <a:gd name="connsiteX14" fmla="*/ 40563 w 94559"/>
                  <a:gd name="connsiteY14" fmla="*/ 154877 h 154876"/>
                  <a:gd name="connsiteX15" fmla="*/ 132 w 94559"/>
                  <a:gd name="connsiteY15" fmla="*/ 154877 h 154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559" h="154876">
                    <a:moveTo>
                      <a:pt x="0" y="154877"/>
                    </a:moveTo>
                    <a:lnTo>
                      <a:pt x="0" y="2634"/>
                    </a:lnTo>
                    <a:lnTo>
                      <a:pt x="36349" y="2634"/>
                    </a:lnTo>
                    <a:lnTo>
                      <a:pt x="38983" y="20808"/>
                    </a:lnTo>
                    <a:cubicBezTo>
                      <a:pt x="42802" y="15014"/>
                      <a:pt x="47148" y="10667"/>
                      <a:pt x="52021" y="7638"/>
                    </a:cubicBezTo>
                    <a:cubicBezTo>
                      <a:pt x="56893" y="4609"/>
                      <a:pt x="61898" y="2634"/>
                      <a:pt x="67034" y="1580"/>
                    </a:cubicBezTo>
                    <a:cubicBezTo>
                      <a:pt x="72170" y="527"/>
                      <a:pt x="77570" y="0"/>
                      <a:pt x="82970" y="0"/>
                    </a:cubicBezTo>
                    <a:cubicBezTo>
                      <a:pt x="85472" y="0"/>
                      <a:pt x="87842" y="0"/>
                      <a:pt x="89950" y="132"/>
                    </a:cubicBezTo>
                    <a:cubicBezTo>
                      <a:pt x="92057" y="263"/>
                      <a:pt x="93637" y="263"/>
                      <a:pt x="94559" y="263"/>
                    </a:cubicBezTo>
                    <a:lnTo>
                      <a:pt x="94559" y="39246"/>
                    </a:lnTo>
                    <a:lnTo>
                      <a:pt x="85077" y="39246"/>
                    </a:lnTo>
                    <a:cubicBezTo>
                      <a:pt x="75990" y="39246"/>
                      <a:pt x="68088" y="40826"/>
                      <a:pt x="61371" y="43855"/>
                    </a:cubicBezTo>
                    <a:cubicBezTo>
                      <a:pt x="54655" y="46884"/>
                      <a:pt x="49518" y="51757"/>
                      <a:pt x="45963" y="58342"/>
                    </a:cubicBezTo>
                    <a:cubicBezTo>
                      <a:pt x="42407" y="64927"/>
                      <a:pt x="40563" y="73224"/>
                      <a:pt x="40563" y="83496"/>
                    </a:cubicBezTo>
                    <a:lnTo>
                      <a:pt x="40563" y="154877"/>
                    </a:lnTo>
                    <a:lnTo>
                      <a:pt x="132" y="15487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E73C69F-8C00-8894-9E8B-7C9844105974}"/>
                  </a:ext>
                </a:extLst>
              </p:cNvPr>
              <p:cNvSpPr/>
              <p:nvPr/>
            </p:nvSpPr>
            <p:spPr>
              <a:xfrm>
                <a:off x="10971761" y="5955708"/>
                <a:ext cx="40431" cy="204526"/>
              </a:xfrm>
              <a:custGeom>
                <a:avLst/>
                <a:gdLst>
                  <a:gd name="connsiteX0" fmla="*/ 0 w 40431"/>
                  <a:gd name="connsiteY0" fmla="*/ 204527 h 204526"/>
                  <a:gd name="connsiteX1" fmla="*/ 0 w 40431"/>
                  <a:gd name="connsiteY1" fmla="*/ 0 h 204526"/>
                  <a:gd name="connsiteX2" fmla="*/ 40431 w 40431"/>
                  <a:gd name="connsiteY2" fmla="*/ 0 h 204526"/>
                  <a:gd name="connsiteX3" fmla="*/ 40431 w 40431"/>
                  <a:gd name="connsiteY3" fmla="*/ 204527 h 204526"/>
                  <a:gd name="connsiteX4" fmla="*/ 0 w 40431"/>
                  <a:gd name="connsiteY4" fmla="*/ 204527 h 204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31" h="204526">
                    <a:moveTo>
                      <a:pt x="0" y="204527"/>
                    </a:moveTo>
                    <a:lnTo>
                      <a:pt x="0" y="0"/>
                    </a:lnTo>
                    <a:lnTo>
                      <a:pt x="40431" y="0"/>
                    </a:lnTo>
                    <a:lnTo>
                      <a:pt x="40431" y="204527"/>
                    </a:lnTo>
                    <a:lnTo>
                      <a:pt x="0" y="20452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940B633-73C7-7E35-3BBE-7116DF44F0B6}"/>
                  </a:ext>
                </a:extLst>
              </p:cNvPr>
              <p:cNvSpPr/>
              <p:nvPr/>
            </p:nvSpPr>
            <p:spPr>
              <a:xfrm>
                <a:off x="11043142" y="5955577"/>
                <a:ext cx="154613" cy="206633"/>
              </a:xfrm>
              <a:custGeom>
                <a:avLst/>
                <a:gdLst>
                  <a:gd name="connsiteX0" fmla="*/ 68483 w 154613"/>
                  <a:gd name="connsiteY0" fmla="*/ 206634 h 206633"/>
                  <a:gd name="connsiteX1" fmla="*/ 30159 w 154613"/>
                  <a:gd name="connsiteY1" fmla="*/ 196098 h 206633"/>
                  <a:gd name="connsiteX2" fmla="*/ 7507 w 154613"/>
                  <a:gd name="connsiteY2" fmla="*/ 167783 h 206633"/>
                  <a:gd name="connsiteX3" fmla="*/ 0 w 154613"/>
                  <a:gd name="connsiteY3" fmla="*/ 128405 h 206633"/>
                  <a:gd name="connsiteX4" fmla="*/ 8034 w 154613"/>
                  <a:gd name="connsiteY4" fmla="*/ 87843 h 206633"/>
                  <a:gd name="connsiteX5" fmla="*/ 32003 w 154613"/>
                  <a:gd name="connsiteY5" fmla="*/ 59923 h 206633"/>
                  <a:gd name="connsiteX6" fmla="*/ 71644 w 154613"/>
                  <a:gd name="connsiteY6" fmla="*/ 49782 h 206633"/>
                  <a:gd name="connsiteX7" fmla="*/ 87711 w 154613"/>
                  <a:gd name="connsiteY7" fmla="*/ 51626 h 206633"/>
                  <a:gd name="connsiteX8" fmla="*/ 102461 w 154613"/>
                  <a:gd name="connsiteY8" fmla="*/ 57157 h 206633"/>
                  <a:gd name="connsiteX9" fmla="*/ 114182 w 154613"/>
                  <a:gd name="connsiteY9" fmla="*/ 66507 h 206633"/>
                  <a:gd name="connsiteX10" fmla="*/ 114182 w 154613"/>
                  <a:gd name="connsiteY10" fmla="*/ 0 h 206633"/>
                  <a:gd name="connsiteX11" fmla="*/ 154613 w 154613"/>
                  <a:gd name="connsiteY11" fmla="*/ 0 h 206633"/>
                  <a:gd name="connsiteX12" fmla="*/ 154613 w 154613"/>
                  <a:gd name="connsiteY12" fmla="*/ 204527 h 206633"/>
                  <a:gd name="connsiteX13" fmla="*/ 115367 w 154613"/>
                  <a:gd name="connsiteY13" fmla="*/ 204527 h 206633"/>
                  <a:gd name="connsiteX14" fmla="*/ 114841 w 154613"/>
                  <a:gd name="connsiteY14" fmla="*/ 187538 h 206633"/>
                  <a:gd name="connsiteX15" fmla="*/ 102329 w 154613"/>
                  <a:gd name="connsiteY15" fmla="*/ 198337 h 206633"/>
                  <a:gd name="connsiteX16" fmla="*/ 86525 w 154613"/>
                  <a:gd name="connsiteY16" fmla="*/ 204527 h 206633"/>
                  <a:gd name="connsiteX17" fmla="*/ 68615 w 154613"/>
                  <a:gd name="connsiteY17" fmla="*/ 206502 h 206633"/>
                  <a:gd name="connsiteX18" fmla="*/ 76516 w 154613"/>
                  <a:gd name="connsiteY18" fmla="*/ 170285 h 206633"/>
                  <a:gd name="connsiteX19" fmla="*/ 97720 w 154613"/>
                  <a:gd name="connsiteY19" fmla="*/ 164227 h 206633"/>
                  <a:gd name="connsiteX20" fmla="*/ 109968 w 154613"/>
                  <a:gd name="connsiteY20" fmla="*/ 148687 h 206633"/>
                  <a:gd name="connsiteX21" fmla="*/ 114050 w 154613"/>
                  <a:gd name="connsiteY21" fmla="*/ 128142 h 206633"/>
                  <a:gd name="connsiteX22" fmla="*/ 110099 w 154613"/>
                  <a:gd name="connsiteY22" fmla="*/ 107465 h 206633"/>
                  <a:gd name="connsiteX23" fmla="*/ 97983 w 154613"/>
                  <a:gd name="connsiteY23" fmla="*/ 92452 h 206633"/>
                  <a:gd name="connsiteX24" fmla="*/ 76516 w 154613"/>
                  <a:gd name="connsiteY24" fmla="*/ 86789 h 206633"/>
                  <a:gd name="connsiteX25" fmla="*/ 55181 w 154613"/>
                  <a:gd name="connsiteY25" fmla="*/ 92847 h 206633"/>
                  <a:gd name="connsiteX26" fmla="*/ 43724 w 154613"/>
                  <a:gd name="connsiteY26" fmla="*/ 108651 h 206633"/>
                  <a:gd name="connsiteX27" fmla="*/ 40431 w 154613"/>
                  <a:gd name="connsiteY27" fmla="*/ 129327 h 206633"/>
                  <a:gd name="connsiteX28" fmla="*/ 42275 w 154613"/>
                  <a:gd name="connsiteY28" fmla="*/ 144736 h 206633"/>
                  <a:gd name="connsiteX29" fmla="*/ 48465 w 154613"/>
                  <a:gd name="connsiteY29" fmla="*/ 157906 h 206633"/>
                  <a:gd name="connsiteX30" fmla="*/ 59791 w 154613"/>
                  <a:gd name="connsiteY30" fmla="*/ 166993 h 206633"/>
                  <a:gd name="connsiteX31" fmla="*/ 76516 w 154613"/>
                  <a:gd name="connsiteY31" fmla="*/ 170285 h 20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4613" h="206633">
                    <a:moveTo>
                      <a:pt x="68483" y="206634"/>
                    </a:moveTo>
                    <a:cubicBezTo>
                      <a:pt x="53074" y="206634"/>
                      <a:pt x="40300" y="203078"/>
                      <a:pt x="30159" y="196098"/>
                    </a:cubicBezTo>
                    <a:cubicBezTo>
                      <a:pt x="20018" y="189118"/>
                      <a:pt x="12511" y="179636"/>
                      <a:pt x="7507" y="167783"/>
                    </a:cubicBezTo>
                    <a:cubicBezTo>
                      <a:pt x="2502" y="155930"/>
                      <a:pt x="0" y="142761"/>
                      <a:pt x="0" y="128405"/>
                    </a:cubicBezTo>
                    <a:cubicBezTo>
                      <a:pt x="0" y="113128"/>
                      <a:pt x="2634" y="99695"/>
                      <a:pt x="8034" y="87843"/>
                    </a:cubicBezTo>
                    <a:cubicBezTo>
                      <a:pt x="13433" y="75990"/>
                      <a:pt x="21467" y="66771"/>
                      <a:pt x="32003" y="59923"/>
                    </a:cubicBezTo>
                    <a:cubicBezTo>
                      <a:pt x="42538" y="53206"/>
                      <a:pt x="55840" y="49782"/>
                      <a:pt x="71644" y="49782"/>
                    </a:cubicBezTo>
                    <a:cubicBezTo>
                      <a:pt x="77043" y="49782"/>
                      <a:pt x="82311" y="50440"/>
                      <a:pt x="87711" y="51626"/>
                    </a:cubicBezTo>
                    <a:cubicBezTo>
                      <a:pt x="92979" y="52943"/>
                      <a:pt x="97852" y="54655"/>
                      <a:pt x="102461" y="57157"/>
                    </a:cubicBezTo>
                    <a:cubicBezTo>
                      <a:pt x="106939" y="59527"/>
                      <a:pt x="110890" y="62688"/>
                      <a:pt x="114182" y="66507"/>
                    </a:cubicBezTo>
                    <a:lnTo>
                      <a:pt x="114182" y="0"/>
                    </a:lnTo>
                    <a:lnTo>
                      <a:pt x="154613" y="0"/>
                    </a:lnTo>
                    <a:lnTo>
                      <a:pt x="154613" y="204527"/>
                    </a:lnTo>
                    <a:lnTo>
                      <a:pt x="115367" y="204527"/>
                    </a:lnTo>
                    <a:lnTo>
                      <a:pt x="114841" y="187538"/>
                    </a:lnTo>
                    <a:cubicBezTo>
                      <a:pt x="111416" y="192015"/>
                      <a:pt x="107202" y="195571"/>
                      <a:pt x="102329" y="198337"/>
                    </a:cubicBezTo>
                    <a:cubicBezTo>
                      <a:pt x="97456" y="201103"/>
                      <a:pt x="92189" y="203210"/>
                      <a:pt x="86525" y="204527"/>
                    </a:cubicBezTo>
                    <a:cubicBezTo>
                      <a:pt x="80994" y="205844"/>
                      <a:pt x="74936" y="206502"/>
                      <a:pt x="68615" y="206502"/>
                    </a:cubicBezTo>
                    <a:close/>
                    <a:moveTo>
                      <a:pt x="76516" y="170285"/>
                    </a:moveTo>
                    <a:cubicBezTo>
                      <a:pt x="85209" y="170285"/>
                      <a:pt x="92320" y="168310"/>
                      <a:pt x="97720" y="164227"/>
                    </a:cubicBezTo>
                    <a:cubicBezTo>
                      <a:pt x="103251" y="160145"/>
                      <a:pt x="107334" y="155008"/>
                      <a:pt x="109968" y="148687"/>
                    </a:cubicBezTo>
                    <a:cubicBezTo>
                      <a:pt x="112602" y="142365"/>
                      <a:pt x="114050" y="135517"/>
                      <a:pt x="114050" y="128142"/>
                    </a:cubicBezTo>
                    <a:cubicBezTo>
                      <a:pt x="114050" y="120767"/>
                      <a:pt x="112733" y="113787"/>
                      <a:pt x="110099" y="107465"/>
                    </a:cubicBezTo>
                    <a:cubicBezTo>
                      <a:pt x="107465" y="101144"/>
                      <a:pt x="103515" y="96139"/>
                      <a:pt x="97983" y="92452"/>
                    </a:cubicBezTo>
                    <a:cubicBezTo>
                      <a:pt x="92452" y="88633"/>
                      <a:pt x="85340" y="86789"/>
                      <a:pt x="76516" y="86789"/>
                    </a:cubicBezTo>
                    <a:cubicBezTo>
                      <a:pt x="67693" y="86789"/>
                      <a:pt x="60581" y="88764"/>
                      <a:pt x="55181" y="92847"/>
                    </a:cubicBezTo>
                    <a:cubicBezTo>
                      <a:pt x="49782" y="96930"/>
                      <a:pt x="45963" y="102198"/>
                      <a:pt x="43724" y="108651"/>
                    </a:cubicBezTo>
                    <a:cubicBezTo>
                      <a:pt x="41485" y="115104"/>
                      <a:pt x="40431" y="121952"/>
                      <a:pt x="40431" y="129327"/>
                    </a:cubicBezTo>
                    <a:cubicBezTo>
                      <a:pt x="40431" y="134727"/>
                      <a:pt x="41090" y="139863"/>
                      <a:pt x="42275" y="144736"/>
                    </a:cubicBezTo>
                    <a:cubicBezTo>
                      <a:pt x="43460" y="149609"/>
                      <a:pt x="45567" y="154087"/>
                      <a:pt x="48465" y="157906"/>
                    </a:cubicBezTo>
                    <a:cubicBezTo>
                      <a:pt x="51362" y="161725"/>
                      <a:pt x="55050" y="164754"/>
                      <a:pt x="59791" y="166993"/>
                    </a:cubicBezTo>
                    <a:cubicBezTo>
                      <a:pt x="64400" y="169232"/>
                      <a:pt x="69932" y="170285"/>
                      <a:pt x="76516" y="170285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2" name="Graphic 4">
              <a:extLst>
                <a:ext uri="{FF2B5EF4-FFF2-40B4-BE49-F238E27FC236}">
                  <a16:creationId xmlns:a16="http://schemas.microsoft.com/office/drawing/2014/main" id="{E99938ED-6FF0-9EBF-75B1-B76BF679ADE8}"/>
                </a:ext>
              </a:extLst>
            </p:cNvPr>
            <p:cNvGrpSpPr/>
            <p:nvPr/>
          </p:nvGrpSpPr>
          <p:grpSpPr>
            <a:xfrm>
              <a:off x="11279539" y="5758952"/>
              <a:ext cx="399834" cy="399834"/>
              <a:chOff x="11279539" y="5758952"/>
              <a:chExt cx="399834" cy="399834"/>
            </a:xfrm>
            <a:solidFill>
              <a:schemeClr val="bg1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CE5AD9D-8310-A715-F5C9-87E30B235DB7}"/>
                  </a:ext>
                </a:extLst>
              </p:cNvPr>
              <p:cNvSpPr/>
              <p:nvPr/>
            </p:nvSpPr>
            <p:spPr>
              <a:xfrm>
                <a:off x="11279539" y="5758952"/>
                <a:ext cx="97456" cy="97456"/>
              </a:xfrm>
              <a:custGeom>
                <a:avLst/>
                <a:gdLst>
                  <a:gd name="connsiteX0" fmla="*/ 48728 w 97456"/>
                  <a:gd name="connsiteY0" fmla="*/ 0 h 97456"/>
                  <a:gd name="connsiteX1" fmla="*/ 0 w 97456"/>
                  <a:gd name="connsiteY1" fmla="*/ 48728 h 97456"/>
                  <a:gd name="connsiteX2" fmla="*/ 48728 w 97456"/>
                  <a:gd name="connsiteY2" fmla="*/ 97456 h 97456"/>
                  <a:gd name="connsiteX3" fmla="*/ 97457 w 97456"/>
                  <a:gd name="connsiteY3" fmla="*/ 48728 h 97456"/>
                  <a:gd name="connsiteX4" fmla="*/ 48728 w 97456"/>
                  <a:gd name="connsiteY4" fmla="*/ 0 h 9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456" h="97456">
                    <a:moveTo>
                      <a:pt x="48728" y="0"/>
                    </a:moveTo>
                    <a:cubicBezTo>
                      <a:pt x="21862" y="0"/>
                      <a:pt x="0" y="21862"/>
                      <a:pt x="0" y="48728"/>
                    </a:cubicBezTo>
                    <a:cubicBezTo>
                      <a:pt x="0" y="75595"/>
                      <a:pt x="21862" y="97456"/>
                      <a:pt x="48728" y="97456"/>
                    </a:cubicBezTo>
                    <a:cubicBezTo>
                      <a:pt x="75595" y="97456"/>
                      <a:pt x="97457" y="75595"/>
                      <a:pt x="97457" y="48728"/>
                    </a:cubicBezTo>
                    <a:cubicBezTo>
                      <a:pt x="97457" y="21862"/>
                      <a:pt x="75595" y="0"/>
                      <a:pt x="48728" y="0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139901E-16AD-C2B5-549C-D3365D84C2AE}"/>
                  </a:ext>
                </a:extLst>
              </p:cNvPr>
              <p:cNvSpPr/>
              <p:nvPr/>
            </p:nvSpPr>
            <p:spPr>
              <a:xfrm>
                <a:off x="11434943" y="5758952"/>
                <a:ext cx="97456" cy="97456"/>
              </a:xfrm>
              <a:custGeom>
                <a:avLst/>
                <a:gdLst>
                  <a:gd name="connsiteX0" fmla="*/ 48728 w 97456"/>
                  <a:gd name="connsiteY0" fmla="*/ 97456 h 97456"/>
                  <a:gd name="connsiteX1" fmla="*/ 97456 w 97456"/>
                  <a:gd name="connsiteY1" fmla="*/ 48728 h 97456"/>
                  <a:gd name="connsiteX2" fmla="*/ 48728 w 97456"/>
                  <a:gd name="connsiteY2" fmla="*/ 0 h 97456"/>
                  <a:gd name="connsiteX3" fmla="*/ 0 w 97456"/>
                  <a:gd name="connsiteY3" fmla="*/ 48728 h 97456"/>
                  <a:gd name="connsiteX4" fmla="*/ 48728 w 97456"/>
                  <a:gd name="connsiteY4" fmla="*/ 97456 h 9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456" h="97456">
                    <a:moveTo>
                      <a:pt x="48728" y="97456"/>
                    </a:moveTo>
                    <a:cubicBezTo>
                      <a:pt x="75595" y="97456"/>
                      <a:pt x="97456" y="75595"/>
                      <a:pt x="97456" y="48728"/>
                    </a:cubicBezTo>
                    <a:cubicBezTo>
                      <a:pt x="97456" y="21862"/>
                      <a:pt x="75595" y="0"/>
                      <a:pt x="48728" y="0"/>
                    </a:cubicBezTo>
                    <a:cubicBezTo>
                      <a:pt x="21862" y="0"/>
                      <a:pt x="0" y="21862"/>
                      <a:pt x="0" y="48728"/>
                    </a:cubicBezTo>
                    <a:cubicBezTo>
                      <a:pt x="0" y="75595"/>
                      <a:pt x="21862" y="97456"/>
                      <a:pt x="48728" y="97456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D686DBF-FCFF-6EE2-5F88-98914B7DEED1}"/>
                  </a:ext>
                </a:extLst>
              </p:cNvPr>
              <p:cNvSpPr/>
              <p:nvPr/>
            </p:nvSpPr>
            <p:spPr>
              <a:xfrm>
                <a:off x="11376996" y="5856408"/>
                <a:ext cx="302378" cy="302378"/>
              </a:xfrm>
              <a:custGeom>
                <a:avLst/>
                <a:gdLst>
                  <a:gd name="connsiteX0" fmla="*/ 297637 w 302378"/>
                  <a:gd name="connsiteY0" fmla="*/ 0 h 302378"/>
                  <a:gd name="connsiteX1" fmla="*/ 226257 w 302378"/>
                  <a:gd name="connsiteY1" fmla="*/ 0 h 302378"/>
                  <a:gd name="connsiteX2" fmla="*/ 221516 w 302378"/>
                  <a:gd name="connsiteY2" fmla="*/ 4609 h 302378"/>
                  <a:gd name="connsiteX3" fmla="*/ 4609 w 302378"/>
                  <a:gd name="connsiteY3" fmla="*/ 221516 h 302378"/>
                  <a:gd name="connsiteX4" fmla="*/ 0 w 302378"/>
                  <a:gd name="connsiteY4" fmla="*/ 226257 h 302378"/>
                  <a:gd name="connsiteX5" fmla="*/ 0 w 302378"/>
                  <a:gd name="connsiteY5" fmla="*/ 297637 h 302378"/>
                  <a:gd name="connsiteX6" fmla="*/ 4741 w 302378"/>
                  <a:gd name="connsiteY6" fmla="*/ 302378 h 302378"/>
                  <a:gd name="connsiteX7" fmla="*/ 302378 w 302378"/>
                  <a:gd name="connsiteY7" fmla="*/ 4741 h 302378"/>
                  <a:gd name="connsiteX8" fmla="*/ 297637 w 302378"/>
                  <a:gd name="connsiteY8" fmla="*/ 0 h 30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2378" h="302378">
                    <a:moveTo>
                      <a:pt x="297637" y="0"/>
                    </a:moveTo>
                    <a:lnTo>
                      <a:pt x="226257" y="0"/>
                    </a:lnTo>
                    <a:cubicBezTo>
                      <a:pt x="223755" y="0"/>
                      <a:pt x="221647" y="2107"/>
                      <a:pt x="221516" y="4609"/>
                    </a:cubicBezTo>
                    <a:cubicBezTo>
                      <a:pt x="219013" y="123137"/>
                      <a:pt x="123137" y="219145"/>
                      <a:pt x="4609" y="221516"/>
                    </a:cubicBezTo>
                    <a:cubicBezTo>
                      <a:pt x="2107" y="221516"/>
                      <a:pt x="0" y="223623"/>
                      <a:pt x="0" y="226257"/>
                    </a:cubicBezTo>
                    <a:lnTo>
                      <a:pt x="0" y="297637"/>
                    </a:lnTo>
                    <a:cubicBezTo>
                      <a:pt x="0" y="300271"/>
                      <a:pt x="2107" y="302378"/>
                      <a:pt x="4741" y="302378"/>
                    </a:cubicBezTo>
                    <a:cubicBezTo>
                      <a:pt x="167783" y="299876"/>
                      <a:pt x="299876" y="167783"/>
                      <a:pt x="302378" y="4741"/>
                    </a:cubicBezTo>
                    <a:cubicBezTo>
                      <a:pt x="302378" y="2107"/>
                      <a:pt x="300271" y="0"/>
                      <a:pt x="297637" y="0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9775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>
            <a:off x="192000" y="189000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192" y="4161547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BED555-CABB-39CB-465E-D93E58565D88}"/>
              </a:ext>
            </a:extLst>
          </p:cNvPr>
          <p:cNvGrpSpPr/>
          <p:nvPr userDrawn="1"/>
        </p:nvGrpSpPr>
        <p:grpSpPr>
          <a:xfrm>
            <a:off x="9520583" y="4944533"/>
            <a:ext cx="1671510" cy="1212494"/>
            <a:chOff x="9520583" y="4944533"/>
            <a:chExt cx="1671510" cy="1212494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0D8843B7-0054-F819-B206-17E43FF8F601}"/>
                </a:ext>
              </a:extLst>
            </p:cNvPr>
            <p:cNvGrpSpPr/>
            <p:nvPr/>
          </p:nvGrpSpPr>
          <p:grpSpPr>
            <a:xfrm>
              <a:off x="9520583" y="4944533"/>
              <a:ext cx="1182438" cy="208326"/>
              <a:chOff x="9520583" y="4944533"/>
              <a:chExt cx="1182438" cy="208326"/>
            </a:xfrm>
            <a:solidFill>
              <a:schemeClr val="bg1"/>
            </a:solidFill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9CE700A-4FC3-F43F-911A-0B00508E63E2}"/>
                  </a:ext>
                </a:extLst>
              </p:cNvPr>
              <p:cNvSpPr/>
              <p:nvPr/>
            </p:nvSpPr>
            <p:spPr>
              <a:xfrm>
                <a:off x="9520583" y="4944533"/>
                <a:ext cx="186437" cy="208326"/>
              </a:xfrm>
              <a:custGeom>
                <a:avLst/>
                <a:gdLst>
                  <a:gd name="connsiteX0" fmla="*/ 98010 w 186437"/>
                  <a:gd name="connsiteY0" fmla="*/ 208217 h 208326"/>
                  <a:gd name="connsiteX1" fmla="*/ 44649 w 186437"/>
                  <a:gd name="connsiteY1" fmla="*/ 195476 h 208326"/>
                  <a:gd name="connsiteX2" fmla="*/ 11326 w 186437"/>
                  <a:gd name="connsiteY2" fmla="*/ 159321 h 208326"/>
                  <a:gd name="connsiteX3" fmla="*/ 0 w 186437"/>
                  <a:gd name="connsiteY3" fmla="*/ 104980 h 208326"/>
                  <a:gd name="connsiteX4" fmla="*/ 11652 w 186437"/>
                  <a:gd name="connsiteY4" fmla="*/ 49767 h 208326"/>
                  <a:gd name="connsiteX5" fmla="*/ 45194 w 186437"/>
                  <a:gd name="connsiteY5" fmla="*/ 13068 h 208326"/>
                  <a:gd name="connsiteX6" fmla="*/ 97792 w 186437"/>
                  <a:gd name="connsiteY6" fmla="*/ 0 h 208326"/>
                  <a:gd name="connsiteX7" fmla="*/ 139501 w 186437"/>
                  <a:gd name="connsiteY7" fmla="*/ 7950 h 208326"/>
                  <a:gd name="connsiteX8" fmla="*/ 169231 w 186437"/>
                  <a:gd name="connsiteY8" fmla="*/ 31254 h 208326"/>
                  <a:gd name="connsiteX9" fmla="*/ 183497 w 186437"/>
                  <a:gd name="connsiteY9" fmla="*/ 69043 h 208326"/>
                  <a:gd name="connsiteX10" fmla="*/ 143748 w 186437"/>
                  <a:gd name="connsiteY10" fmla="*/ 69043 h 208326"/>
                  <a:gd name="connsiteX11" fmla="*/ 128611 w 186437"/>
                  <a:gd name="connsiteY11" fmla="*/ 46718 h 208326"/>
                  <a:gd name="connsiteX12" fmla="*/ 98555 w 186437"/>
                  <a:gd name="connsiteY12" fmla="*/ 38551 h 208326"/>
                  <a:gd name="connsiteX13" fmla="*/ 65667 w 186437"/>
                  <a:gd name="connsiteY13" fmla="*/ 47916 h 208326"/>
                  <a:gd name="connsiteX14" fmla="*/ 48025 w 186437"/>
                  <a:gd name="connsiteY14" fmla="*/ 72092 h 208326"/>
                  <a:gd name="connsiteX15" fmla="*/ 42580 w 186437"/>
                  <a:gd name="connsiteY15" fmla="*/ 103346 h 208326"/>
                  <a:gd name="connsiteX16" fmla="*/ 48352 w 186437"/>
                  <a:gd name="connsiteY16" fmla="*/ 135581 h 208326"/>
                  <a:gd name="connsiteX17" fmla="*/ 66647 w 186437"/>
                  <a:gd name="connsiteY17" fmla="*/ 160301 h 208326"/>
                  <a:gd name="connsiteX18" fmla="*/ 99535 w 186437"/>
                  <a:gd name="connsiteY18" fmla="*/ 169776 h 208326"/>
                  <a:gd name="connsiteX19" fmla="*/ 121097 w 186437"/>
                  <a:gd name="connsiteY19" fmla="*/ 166182 h 208326"/>
                  <a:gd name="connsiteX20" fmla="*/ 136779 w 186437"/>
                  <a:gd name="connsiteY20" fmla="*/ 155727 h 208326"/>
                  <a:gd name="connsiteX21" fmla="*/ 145273 w 186437"/>
                  <a:gd name="connsiteY21" fmla="*/ 139283 h 208326"/>
                  <a:gd name="connsiteX22" fmla="*/ 186437 w 186437"/>
                  <a:gd name="connsiteY22" fmla="*/ 139283 h 208326"/>
                  <a:gd name="connsiteX23" fmla="*/ 171518 w 186437"/>
                  <a:gd name="connsiteY23" fmla="*/ 176963 h 208326"/>
                  <a:gd name="connsiteX24" fmla="*/ 140155 w 186437"/>
                  <a:gd name="connsiteY24" fmla="*/ 200377 h 208326"/>
                  <a:gd name="connsiteX25" fmla="*/ 98119 w 186437"/>
                  <a:gd name="connsiteY25" fmla="*/ 208326 h 20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6437" h="208326">
                    <a:moveTo>
                      <a:pt x="98010" y="208217"/>
                    </a:moveTo>
                    <a:cubicBezTo>
                      <a:pt x="77101" y="208217"/>
                      <a:pt x="59351" y="203970"/>
                      <a:pt x="44649" y="195476"/>
                    </a:cubicBezTo>
                    <a:cubicBezTo>
                      <a:pt x="29948" y="186982"/>
                      <a:pt x="18840" y="174894"/>
                      <a:pt x="11326" y="159321"/>
                    </a:cubicBezTo>
                    <a:cubicBezTo>
                      <a:pt x="3703" y="143748"/>
                      <a:pt x="0" y="125671"/>
                      <a:pt x="0" y="104980"/>
                    </a:cubicBezTo>
                    <a:cubicBezTo>
                      <a:pt x="0" y="84289"/>
                      <a:pt x="3920" y="65449"/>
                      <a:pt x="11652" y="49767"/>
                    </a:cubicBezTo>
                    <a:cubicBezTo>
                      <a:pt x="19384" y="34086"/>
                      <a:pt x="30601" y="21780"/>
                      <a:pt x="45194" y="13068"/>
                    </a:cubicBezTo>
                    <a:cubicBezTo>
                      <a:pt x="59786" y="4356"/>
                      <a:pt x="77319" y="0"/>
                      <a:pt x="97792" y="0"/>
                    </a:cubicBezTo>
                    <a:cubicBezTo>
                      <a:pt x="113365" y="0"/>
                      <a:pt x="127196" y="2614"/>
                      <a:pt x="139501" y="7950"/>
                    </a:cubicBezTo>
                    <a:cubicBezTo>
                      <a:pt x="151807" y="13177"/>
                      <a:pt x="161717" y="21018"/>
                      <a:pt x="169231" y="31254"/>
                    </a:cubicBezTo>
                    <a:cubicBezTo>
                      <a:pt x="176745" y="41491"/>
                      <a:pt x="181537" y="54123"/>
                      <a:pt x="183497" y="69043"/>
                    </a:cubicBezTo>
                    <a:lnTo>
                      <a:pt x="143748" y="69043"/>
                    </a:lnTo>
                    <a:cubicBezTo>
                      <a:pt x="141244" y="59677"/>
                      <a:pt x="136234" y="52163"/>
                      <a:pt x="128611" y="46718"/>
                    </a:cubicBezTo>
                    <a:cubicBezTo>
                      <a:pt x="120988" y="41273"/>
                      <a:pt x="110969" y="38551"/>
                      <a:pt x="98555" y="38551"/>
                    </a:cubicBezTo>
                    <a:cubicBezTo>
                      <a:pt x="84724" y="38551"/>
                      <a:pt x="73725" y="41709"/>
                      <a:pt x="65667" y="47916"/>
                    </a:cubicBezTo>
                    <a:cubicBezTo>
                      <a:pt x="57608" y="54123"/>
                      <a:pt x="51619" y="62182"/>
                      <a:pt x="48025" y="72092"/>
                    </a:cubicBezTo>
                    <a:cubicBezTo>
                      <a:pt x="44322" y="82002"/>
                      <a:pt x="42580" y="92347"/>
                      <a:pt x="42580" y="103346"/>
                    </a:cubicBezTo>
                    <a:cubicBezTo>
                      <a:pt x="42580" y="114345"/>
                      <a:pt x="44540" y="125453"/>
                      <a:pt x="48352" y="135581"/>
                    </a:cubicBezTo>
                    <a:cubicBezTo>
                      <a:pt x="52163" y="145709"/>
                      <a:pt x="58262" y="153985"/>
                      <a:pt x="66647" y="160301"/>
                    </a:cubicBezTo>
                    <a:cubicBezTo>
                      <a:pt x="75032" y="166617"/>
                      <a:pt x="85922" y="169776"/>
                      <a:pt x="99535" y="169776"/>
                    </a:cubicBezTo>
                    <a:cubicBezTo>
                      <a:pt x="107593" y="169776"/>
                      <a:pt x="114781" y="168578"/>
                      <a:pt x="121097" y="166182"/>
                    </a:cubicBezTo>
                    <a:cubicBezTo>
                      <a:pt x="127413" y="163786"/>
                      <a:pt x="132641" y="160301"/>
                      <a:pt x="136779" y="155727"/>
                    </a:cubicBezTo>
                    <a:cubicBezTo>
                      <a:pt x="140917" y="151154"/>
                      <a:pt x="143748" y="145709"/>
                      <a:pt x="145273" y="139283"/>
                    </a:cubicBezTo>
                    <a:lnTo>
                      <a:pt x="186437" y="139283"/>
                    </a:lnTo>
                    <a:cubicBezTo>
                      <a:pt x="184695" y="154094"/>
                      <a:pt x="179685" y="166617"/>
                      <a:pt x="171518" y="176963"/>
                    </a:cubicBezTo>
                    <a:cubicBezTo>
                      <a:pt x="163241" y="187308"/>
                      <a:pt x="152787" y="195149"/>
                      <a:pt x="140155" y="200377"/>
                    </a:cubicBezTo>
                    <a:cubicBezTo>
                      <a:pt x="127522" y="205604"/>
                      <a:pt x="113474" y="208326"/>
                      <a:pt x="98119" y="208326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5FC5C1C-33B4-DB77-B1C6-9DE2332606CC}"/>
                  </a:ext>
                </a:extLst>
              </p:cNvPr>
              <p:cNvSpPr/>
              <p:nvPr/>
            </p:nvSpPr>
            <p:spPr>
              <a:xfrm>
                <a:off x="9731197" y="4996260"/>
                <a:ext cx="94089" cy="154202"/>
              </a:xfrm>
              <a:custGeom>
                <a:avLst/>
                <a:gdLst>
                  <a:gd name="connsiteX0" fmla="*/ 109 w 94089"/>
                  <a:gd name="connsiteY0" fmla="*/ 154203 h 154202"/>
                  <a:gd name="connsiteX1" fmla="*/ 109 w 94089"/>
                  <a:gd name="connsiteY1" fmla="*/ 2614 h 154202"/>
                  <a:gd name="connsiteX2" fmla="*/ 36373 w 94089"/>
                  <a:gd name="connsiteY2" fmla="*/ 2614 h 154202"/>
                  <a:gd name="connsiteX3" fmla="*/ 38986 w 94089"/>
                  <a:gd name="connsiteY3" fmla="*/ 20691 h 154202"/>
                  <a:gd name="connsiteX4" fmla="*/ 51945 w 94089"/>
                  <a:gd name="connsiteY4" fmla="*/ 7623 h 154202"/>
                  <a:gd name="connsiteX5" fmla="*/ 66865 w 94089"/>
                  <a:gd name="connsiteY5" fmla="*/ 1525 h 154202"/>
                  <a:gd name="connsiteX6" fmla="*/ 82655 w 94089"/>
                  <a:gd name="connsiteY6" fmla="*/ 0 h 154202"/>
                  <a:gd name="connsiteX7" fmla="*/ 89516 w 94089"/>
                  <a:gd name="connsiteY7" fmla="*/ 109 h 154202"/>
                  <a:gd name="connsiteX8" fmla="*/ 94090 w 94089"/>
                  <a:gd name="connsiteY8" fmla="*/ 218 h 154202"/>
                  <a:gd name="connsiteX9" fmla="*/ 94090 w 94089"/>
                  <a:gd name="connsiteY9" fmla="*/ 39095 h 154202"/>
                  <a:gd name="connsiteX10" fmla="*/ 84616 w 94089"/>
                  <a:gd name="connsiteY10" fmla="*/ 39095 h 154202"/>
                  <a:gd name="connsiteX11" fmla="*/ 60984 w 94089"/>
                  <a:gd name="connsiteY11" fmla="*/ 43669 h 154202"/>
                  <a:gd name="connsiteX12" fmla="*/ 45629 w 94089"/>
                  <a:gd name="connsiteY12" fmla="*/ 58044 h 154202"/>
                  <a:gd name="connsiteX13" fmla="*/ 40293 w 94089"/>
                  <a:gd name="connsiteY13" fmla="*/ 83091 h 154202"/>
                  <a:gd name="connsiteX14" fmla="*/ 40293 w 94089"/>
                  <a:gd name="connsiteY14" fmla="*/ 154094 h 154202"/>
                  <a:gd name="connsiteX15" fmla="*/ 0 w 94089"/>
                  <a:gd name="connsiteY15" fmla="*/ 154094 h 154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089" h="154202">
                    <a:moveTo>
                      <a:pt x="109" y="154203"/>
                    </a:moveTo>
                    <a:lnTo>
                      <a:pt x="109" y="2614"/>
                    </a:lnTo>
                    <a:lnTo>
                      <a:pt x="36373" y="2614"/>
                    </a:lnTo>
                    <a:lnTo>
                      <a:pt x="38986" y="20691"/>
                    </a:lnTo>
                    <a:cubicBezTo>
                      <a:pt x="42798" y="14919"/>
                      <a:pt x="47154" y="10563"/>
                      <a:pt x="51945" y="7623"/>
                    </a:cubicBezTo>
                    <a:cubicBezTo>
                      <a:pt x="56737" y="4683"/>
                      <a:pt x="61746" y="2614"/>
                      <a:pt x="66865" y="1525"/>
                    </a:cubicBezTo>
                    <a:cubicBezTo>
                      <a:pt x="71983" y="436"/>
                      <a:pt x="77319" y="0"/>
                      <a:pt x="82655" y="0"/>
                    </a:cubicBezTo>
                    <a:cubicBezTo>
                      <a:pt x="85160" y="0"/>
                      <a:pt x="87447" y="0"/>
                      <a:pt x="89516" y="109"/>
                    </a:cubicBezTo>
                    <a:cubicBezTo>
                      <a:pt x="91585" y="218"/>
                      <a:pt x="93110" y="218"/>
                      <a:pt x="94090" y="218"/>
                    </a:cubicBezTo>
                    <a:lnTo>
                      <a:pt x="94090" y="39095"/>
                    </a:lnTo>
                    <a:lnTo>
                      <a:pt x="84616" y="39095"/>
                    </a:lnTo>
                    <a:cubicBezTo>
                      <a:pt x="75577" y="39095"/>
                      <a:pt x="67736" y="40620"/>
                      <a:pt x="60984" y="43669"/>
                    </a:cubicBezTo>
                    <a:cubicBezTo>
                      <a:pt x="54232" y="46718"/>
                      <a:pt x="49114" y="51510"/>
                      <a:pt x="45629" y="58044"/>
                    </a:cubicBezTo>
                    <a:cubicBezTo>
                      <a:pt x="42035" y="64578"/>
                      <a:pt x="40293" y="72854"/>
                      <a:pt x="40293" y="83091"/>
                    </a:cubicBezTo>
                    <a:lnTo>
                      <a:pt x="40293" y="154094"/>
                    </a:lnTo>
                    <a:lnTo>
                      <a:pt x="0" y="15409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7E3851F-5C7F-6557-85A4-CD57C7B6137C}"/>
                  </a:ext>
                </a:extLst>
              </p:cNvPr>
              <p:cNvSpPr/>
              <p:nvPr/>
            </p:nvSpPr>
            <p:spPr>
              <a:xfrm>
                <a:off x="9835850" y="4996369"/>
                <a:ext cx="145185" cy="156162"/>
              </a:xfrm>
              <a:custGeom>
                <a:avLst/>
                <a:gdLst>
                  <a:gd name="connsiteX0" fmla="*/ 75032 w 145185"/>
                  <a:gd name="connsiteY0" fmla="*/ 156163 h 156162"/>
                  <a:gd name="connsiteX1" fmla="*/ 34521 w 145185"/>
                  <a:gd name="connsiteY1" fmla="*/ 146689 h 156162"/>
                  <a:gd name="connsiteX2" fmla="*/ 8930 w 145185"/>
                  <a:gd name="connsiteY2" fmla="*/ 119790 h 156162"/>
                  <a:gd name="connsiteX3" fmla="*/ 0 w 145185"/>
                  <a:gd name="connsiteY3" fmla="*/ 79062 h 156162"/>
                  <a:gd name="connsiteX4" fmla="*/ 9148 w 145185"/>
                  <a:gd name="connsiteY4" fmla="*/ 37788 h 156162"/>
                  <a:gd name="connsiteX5" fmla="*/ 35175 w 145185"/>
                  <a:gd name="connsiteY5" fmla="*/ 10019 h 156162"/>
                  <a:gd name="connsiteX6" fmla="*/ 75032 w 145185"/>
                  <a:gd name="connsiteY6" fmla="*/ 0 h 156162"/>
                  <a:gd name="connsiteX7" fmla="*/ 105415 w 145185"/>
                  <a:gd name="connsiteY7" fmla="*/ 5772 h 156162"/>
                  <a:gd name="connsiteX8" fmla="*/ 127522 w 145185"/>
                  <a:gd name="connsiteY8" fmla="*/ 21889 h 156162"/>
                  <a:gd name="connsiteX9" fmla="*/ 141026 w 145185"/>
                  <a:gd name="connsiteY9" fmla="*/ 45956 h 156162"/>
                  <a:gd name="connsiteX10" fmla="*/ 145164 w 145185"/>
                  <a:gd name="connsiteY10" fmla="*/ 75468 h 156162"/>
                  <a:gd name="connsiteX11" fmla="*/ 144837 w 145185"/>
                  <a:gd name="connsiteY11" fmla="*/ 83200 h 156162"/>
                  <a:gd name="connsiteX12" fmla="*/ 143639 w 145185"/>
                  <a:gd name="connsiteY12" fmla="*/ 90714 h 156162"/>
                  <a:gd name="connsiteX13" fmla="*/ 39749 w 145185"/>
                  <a:gd name="connsiteY13" fmla="*/ 90714 h 156162"/>
                  <a:gd name="connsiteX14" fmla="*/ 44649 w 145185"/>
                  <a:gd name="connsiteY14" fmla="*/ 106504 h 156162"/>
                  <a:gd name="connsiteX15" fmla="*/ 55975 w 145185"/>
                  <a:gd name="connsiteY15" fmla="*/ 117830 h 156162"/>
                  <a:gd name="connsiteX16" fmla="*/ 74270 w 145185"/>
                  <a:gd name="connsiteY16" fmla="*/ 121968 h 156162"/>
                  <a:gd name="connsiteX17" fmla="*/ 87556 w 145185"/>
                  <a:gd name="connsiteY17" fmla="*/ 120335 h 156162"/>
                  <a:gd name="connsiteX18" fmla="*/ 97901 w 145185"/>
                  <a:gd name="connsiteY18" fmla="*/ 115325 h 156162"/>
                  <a:gd name="connsiteX19" fmla="*/ 104000 w 145185"/>
                  <a:gd name="connsiteY19" fmla="*/ 107267 h 156162"/>
                  <a:gd name="connsiteX20" fmla="*/ 143748 w 145185"/>
                  <a:gd name="connsiteY20" fmla="*/ 107267 h 156162"/>
                  <a:gd name="connsiteX21" fmla="*/ 129809 w 145185"/>
                  <a:gd name="connsiteY21" fmla="*/ 135145 h 156162"/>
                  <a:gd name="connsiteX22" fmla="*/ 105198 w 145185"/>
                  <a:gd name="connsiteY22" fmla="*/ 151154 h 156162"/>
                  <a:gd name="connsiteX23" fmla="*/ 75032 w 145185"/>
                  <a:gd name="connsiteY23" fmla="*/ 156163 h 156162"/>
                  <a:gd name="connsiteX24" fmla="*/ 40729 w 145185"/>
                  <a:gd name="connsiteY24" fmla="*/ 62400 h 156162"/>
                  <a:gd name="connsiteX25" fmla="*/ 106613 w 145185"/>
                  <a:gd name="connsiteY25" fmla="*/ 62400 h 156162"/>
                  <a:gd name="connsiteX26" fmla="*/ 102693 w 145185"/>
                  <a:gd name="connsiteY26" fmla="*/ 47916 h 156162"/>
                  <a:gd name="connsiteX27" fmla="*/ 92021 w 145185"/>
                  <a:gd name="connsiteY27" fmla="*/ 37026 h 156162"/>
                  <a:gd name="connsiteX28" fmla="*/ 74052 w 145185"/>
                  <a:gd name="connsiteY28" fmla="*/ 32888 h 156162"/>
                  <a:gd name="connsiteX29" fmla="*/ 55757 w 145185"/>
                  <a:gd name="connsiteY29" fmla="*/ 37244 h 156162"/>
                  <a:gd name="connsiteX30" fmla="*/ 44867 w 145185"/>
                  <a:gd name="connsiteY30" fmla="*/ 48352 h 156162"/>
                  <a:gd name="connsiteX31" fmla="*/ 40729 w 145185"/>
                  <a:gd name="connsiteY31" fmla="*/ 62618 h 15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185" h="156162">
                    <a:moveTo>
                      <a:pt x="75032" y="156163"/>
                    </a:moveTo>
                    <a:cubicBezTo>
                      <a:pt x="59133" y="156163"/>
                      <a:pt x="45629" y="153005"/>
                      <a:pt x="34521" y="146689"/>
                    </a:cubicBezTo>
                    <a:cubicBezTo>
                      <a:pt x="23414" y="140372"/>
                      <a:pt x="14810" y="131443"/>
                      <a:pt x="8930" y="119790"/>
                    </a:cubicBezTo>
                    <a:cubicBezTo>
                      <a:pt x="2940" y="108247"/>
                      <a:pt x="0" y="94634"/>
                      <a:pt x="0" y="79062"/>
                    </a:cubicBezTo>
                    <a:cubicBezTo>
                      <a:pt x="0" y="63489"/>
                      <a:pt x="3049" y="49550"/>
                      <a:pt x="9148" y="37788"/>
                    </a:cubicBezTo>
                    <a:cubicBezTo>
                      <a:pt x="15246" y="26027"/>
                      <a:pt x="23958" y="16771"/>
                      <a:pt x="35175" y="10019"/>
                    </a:cubicBezTo>
                    <a:cubicBezTo>
                      <a:pt x="46392" y="3267"/>
                      <a:pt x="59677" y="0"/>
                      <a:pt x="75032" y="0"/>
                    </a:cubicBezTo>
                    <a:cubicBezTo>
                      <a:pt x="86576" y="0"/>
                      <a:pt x="96703" y="1960"/>
                      <a:pt x="105415" y="5772"/>
                    </a:cubicBezTo>
                    <a:cubicBezTo>
                      <a:pt x="114127" y="9583"/>
                      <a:pt x="121533" y="15028"/>
                      <a:pt x="127522" y="21889"/>
                    </a:cubicBezTo>
                    <a:cubicBezTo>
                      <a:pt x="133621" y="28750"/>
                      <a:pt x="138086" y="36808"/>
                      <a:pt x="141026" y="45956"/>
                    </a:cubicBezTo>
                    <a:cubicBezTo>
                      <a:pt x="143966" y="55104"/>
                      <a:pt x="145382" y="64905"/>
                      <a:pt x="145164" y="75468"/>
                    </a:cubicBezTo>
                    <a:cubicBezTo>
                      <a:pt x="145164" y="78190"/>
                      <a:pt x="145164" y="80695"/>
                      <a:pt x="144837" y="83200"/>
                    </a:cubicBezTo>
                    <a:cubicBezTo>
                      <a:pt x="144620" y="85705"/>
                      <a:pt x="144293" y="88209"/>
                      <a:pt x="143639" y="90714"/>
                    </a:cubicBezTo>
                    <a:lnTo>
                      <a:pt x="39749" y="90714"/>
                    </a:lnTo>
                    <a:cubicBezTo>
                      <a:pt x="40293" y="96486"/>
                      <a:pt x="41927" y="101713"/>
                      <a:pt x="44649" y="106504"/>
                    </a:cubicBezTo>
                    <a:cubicBezTo>
                      <a:pt x="47372" y="111296"/>
                      <a:pt x="51074" y="115108"/>
                      <a:pt x="55975" y="117830"/>
                    </a:cubicBezTo>
                    <a:cubicBezTo>
                      <a:pt x="60875" y="120662"/>
                      <a:pt x="66974" y="121968"/>
                      <a:pt x="74270" y="121968"/>
                    </a:cubicBezTo>
                    <a:cubicBezTo>
                      <a:pt x="79062" y="121968"/>
                      <a:pt x="83527" y="121424"/>
                      <a:pt x="87556" y="120335"/>
                    </a:cubicBezTo>
                    <a:cubicBezTo>
                      <a:pt x="91585" y="119246"/>
                      <a:pt x="95070" y="117612"/>
                      <a:pt x="97901" y="115325"/>
                    </a:cubicBezTo>
                    <a:cubicBezTo>
                      <a:pt x="100733" y="113038"/>
                      <a:pt x="102802" y="110316"/>
                      <a:pt x="104000" y="107267"/>
                    </a:cubicBezTo>
                    <a:lnTo>
                      <a:pt x="143748" y="107267"/>
                    </a:lnTo>
                    <a:cubicBezTo>
                      <a:pt x="141244" y="118592"/>
                      <a:pt x="136561" y="127849"/>
                      <a:pt x="129809" y="135145"/>
                    </a:cubicBezTo>
                    <a:cubicBezTo>
                      <a:pt x="122948" y="142442"/>
                      <a:pt x="114781" y="147778"/>
                      <a:pt x="105198" y="151154"/>
                    </a:cubicBezTo>
                    <a:cubicBezTo>
                      <a:pt x="95614" y="154529"/>
                      <a:pt x="85487" y="156163"/>
                      <a:pt x="75032" y="156163"/>
                    </a:cubicBezTo>
                    <a:close/>
                    <a:moveTo>
                      <a:pt x="40729" y="62400"/>
                    </a:moveTo>
                    <a:lnTo>
                      <a:pt x="106613" y="62400"/>
                    </a:lnTo>
                    <a:cubicBezTo>
                      <a:pt x="106396" y="57173"/>
                      <a:pt x="105089" y="52381"/>
                      <a:pt x="102693" y="47916"/>
                    </a:cubicBezTo>
                    <a:cubicBezTo>
                      <a:pt x="100297" y="43451"/>
                      <a:pt x="96703" y="39749"/>
                      <a:pt x="92021" y="37026"/>
                    </a:cubicBezTo>
                    <a:cubicBezTo>
                      <a:pt x="87338" y="34195"/>
                      <a:pt x="81349" y="32888"/>
                      <a:pt x="74052" y="32888"/>
                    </a:cubicBezTo>
                    <a:cubicBezTo>
                      <a:pt x="66756" y="32888"/>
                      <a:pt x="60657" y="34304"/>
                      <a:pt x="55757" y="37244"/>
                    </a:cubicBezTo>
                    <a:cubicBezTo>
                      <a:pt x="50856" y="40075"/>
                      <a:pt x="47263" y="43778"/>
                      <a:pt x="44867" y="48352"/>
                    </a:cubicBezTo>
                    <a:cubicBezTo>
                      <a:pt x="42471" y="52926"/>
                      <a:pt x="41055" y="57608"/>
                      <a:pt x="40729" y="62618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3D99C7C-71CB-9F24-7E55-72E28C06753A}"/>
                  </a:ext>
                </a:extLst>
              </p:cNvPr>
              <p:cNvSpPr/>
              <p:nvPr/>
            </p:nvSpPr>
            <p:spPr>
              <a:xfrm>
                <a:off x="10001269" y="4996260"/>
                <a:ext cx="153984" cy="156271"/>
              </a:xfrm>
              <a:custGeom>
                <a:avLst/>
                <a:gdLst>
                  <a:gd name="connsiteX0" fmla="*/ 67736 w 153984"/>
                  <a:gd name="connsiteY0" fmla="*/ 156272 h 156271"/>
                  <a:gd name="connsiteX1" fmla="*/ 38006 w 153984"/>
                  <a:gd name="connsiteY1" fmla="*/ 150391 h 156271"/>
                  <a:gd name="connsiteX2" fmla="*/ 16771 w 153984"/>
                  <a:gd name="connsiteY2" fmla="*/ 133947 h 156271"/>
                  <a:gd name="connsiteX3" fmla="*/ 4138 w 153984"/>
                  <a:gd name="connsiteY3" fmla="*/ 109445 h 156271"/>
                  <a:gd name="connsiteX4" fmla="*/ 0 w 153984"/>
                  <a:gd name="connsiteY4" fmla="*/ 79062 h 156271"/>
                  <a:gd name="connsiteX5" fmla="*/ 8494 w 153984"/>
                  <a:gd name="connsiteY5" fmla="*/ 37897 h 156271"/>
                  <a:gd name="connsiteX6" fmla="*/ 33106 w 153984"/>
                  <a:gd name="connsiteY6" fmla="*/ 10019 h 156271"/>
                  <a:gd name="connsiteX7" fmla="*/ 72201 w 153984"/>
                  <a:gd name="connsiteY7" fmla="*/ 0 h 156271"/>
                  <a:gd name="connsiteX8" fmla="*/ 95832 w 153984"/>
                  <a:gd name="connsiteY8" fmla="*/ 4138 h 156271"/>
                  <a:gd name="connsiteX9" fmla="*/ 114563 w 153984"/>
                  <a:gd name="connsiteY9" fmla="*/ 16988 h 156271"/>
                  <a:gd name="connsiteX10" fmla="*/ 115979 w 153984"/>
                  <a:gd name="connsiteY10" fmla="*/ 2614 h 156271"/>
                  <a:gd name="connsiteX11" fmla="*/ 153985 w 153984"/>
                  <a:gd name="connsiteY11" fmla="*/ 2614 h 156271"/>
                  <a:gd name="connsiteX12" fmla="*/ 153985 w 153984"/>
                  <a:gd name="connsiteY12" fmla="*/ 154203 h 156271"/>
                  <a:gd name="connsiteX13" fmla="*/ 115108 w 153984"/>
                  <a:gd name="connsiteY13" fmla="*/ 154203 h 156271"/>
                  <a:gd name="connsiteX14" fmla="*/ 114236 w 153984"/>
                  <a:gd name="connsiteY14" fmla="*/ 139283 h 156271"/>
                  <a:gd name="connsiteX15" fmla="*/ 92674 w 153984"/>
                  <a:gd name="connsiteY15" fmla="*/ 152243 h 156271"/>
                  <a:gd name="connsiteX16" fmla="*/ 67954 w 153984"/>
                  <a:gd name="connsiteY16" fmla="*/ 156272 h 156271"/>
                  <a:gd name="connsiteX17" fmla="*/ 76992 w 153984"/>
                  <a:gd name="connsiteY17" fmla="*/ 120008 h 156271"/>
                  <a:gd name="connsiteX18" fmla="*/ 97139 w 153984"/>
                  <a:gd name="connsiteY18" fmla="*/ 114236 h 156271"/>
                  <a:gd name="connsiteX19" fmla="*/ 109336 w 153984"/>
                  <a:gd name="connsiteY19" fmla="*/ 98990 h 156271"/>
                  <a:gd name="connsiteX20" fmla="*/ 113474 w 153984"/>
                  <a:gd name="connsiteY20" fmla="*/ 78299 h 156271"/>
                  <a:gd name="connsiteX21" fmla="*/ 109336 w 153984"/>
                  <a:gd name="connsiteY21" fmla="*/ 57390 h 156271"/>
                  <a:gd name="connsiteX22" fmla="*/ 96921 w 153984"/>
                  <a:gd name="connsiteY22" fmla="*/ 42471 h 156271"/>
                  <a:gd name="connsiteX23" fmla="*/ 76339 w 153984"/>
                  <a:gd name="connsiteY23" fmla="*/ 36917 h 156271"/>
                  <a:gd name="connsiteX24" fmla="*/ 55648 w 153984"/>
                  <a:gd name="connsiteY24" fmla="*/ 42689 h 156271"/>
                  <a:gd name="connsiteX25" fmla="*/ 43887 w 153984"/>
                  <a:gd name="connsiteY25" fmla="*/ 57826 h 156271"/>
                  <a:gd name="connsiteX26" fmla="*/ 40184 w 153984"/>
                  <a:gd name="connsiteY26" fmla="*/ 78081 h 156271"/>
                  <a:gd name="connsiteX27" fmla="*/ 43887 w 153984"/>
                  <a:gd name="connsiteY27" fmla="*/ 98664 h 156271"/>
                  <a:gd name="connsiteX28" fmla="*/ 55648 w 153984"/>
                  <a:gd name="connsiteY28" fmla="*/ 114236 h 156271"/>
                  <a:gd name="connsiteX29" fmla="*/ 76884 w 153984"/>
                  <a:gd name="connsiteY29" fmla="*/ 120117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3984" h="156271">
                    <a:moveTo>
                      <a:pt x="67736" y="156272"/>
                    </a:moveTo>
                    <a:cubicBezTo>
                      <a:pt x="56410" y="156272"/>
                      <a:pt x="46500" y="154312"/>
                      <a:pt x="38006" y="150391"/>
                    </a:cubicBezTo>
                    <a:cubicBezTo>
                      <a:pt x="29512" y="146471"/>
                      <a:pt x="22325" y="141026"/>
                      <a:pt x="16771" y="133947"/>
                    </a:cubicBezTo>
                    <a:cubicBezTo>
                      <a:pt x="11217" y="126869"/>
                      <a:pt x="6861" y="118810"/>
                      <a:pt x="4138" y="109445"/>
                    </a:cubicBezTo>
                    <a:cubicBezTo>
                      <a:pt x="1307" y="100188"/>
                      <a:pt x="0" y="90061"/>
                      <a:pt x="0" y="79062"/>
                    </a:cubicBezTo>
                    <a:cubicBezTo>
                      <a:pt x="0" y="63489"/>
                      <a:pt x="2831" y="49876"/>
                      <a:pt x="8494" y="37897"/>
                    </a:cubicBezTo>
                    <a:cubicBezTo>
                      <a:pt x="14157" y="25918"/>
                      <a:pt x="22325" y="16662"/>
                      <a:pt x="33106" y="10019"/>
                    </a:cubicBezTo>
                    <a:cubicBezTo>
                      <a:pt x="43887" y="3267"/>
                      <a:pt x="56846" y="0"/>
                      <a:pt x="72201" y="0"/>
                    </a:cubicBezTo>
                    <a:cubicBezTo>
                      <a:pt x="80477" y="0"/>
                      <a:pt x="88318" y="1416"/>
                      <a:pt x="95832" y="4138"/>
                    </a:cubicBezTo>
                    <a:cubicBezTo>
                      <a:pt x="103346" y="6861"/>
                      <a:pt x="109554" y="11217"/>
                      <a:pt x="114563" y="16988"/>
                    </a:cubicBezTo>
                    <a:lnTo>
                      <a:pt x="115979" y="2614"/>
                    </a:lnTo>
                    <a:lnTo>
                      <a:pt x="153985" y="2614"/>
                    </a:lnTo>
                    <a:lnTo>
                      <a:pt x="153985" y="154203"/>
                    </a:lnTo>
                    <a:lnTo>
                      <a:pt x="115108" y="154203"/>
                    </a:lnTo>
                    <a:lnTo>
                      <a:pt x="114236" y="139283"/>
                    </a:lnTo>
                    <a:cubicBezTo>
                      <a:pt x="107920" y="145273"/>
                      <a:pt x="100733" y="149520"/>
                      <a:pt x="92674" y="152243"/>
                    </a:cubicBezTo>
                    <a:cubicBezTo>
                      <a:pt x="84615" y="154965"/>
                      <a:pt x="76339" y="156272"/>
                      <a:pt x="67954" y="156272"/>
                    </a:cubicBezTo>
                    <a:close/>
                    <a:moveTo>
                      <a:pt x="76992" y="120008"/>
                    </a:moveTo>
                    <a:cubicBezTo>
                      <a:pt x="85051" y="120008"/>
                      <a:pt x="91803" y="118048"/>
                      <a:pt x="97139" y="114236"/>
                    </a:cubicBezTo>
                    <a:cubicBezTo>
                      <a:pt x="102475" y="110425"/>
                      <a:pt x="106613" y="105307"/>
                      <a:pt x="109336" y="98990"/>
                    </a:cubicBezTo>
                    <a:cubicBezTo>
                      <a:pt x="112058" y="92674"/>
                      <a:pt x="113474" y="85705"/>
                      <a:pt x="113474" y="78299"/>
                    </a:cubicBezTo>
                    <a:cubicBezTo>
                      <a:pt x="113474" y="70894"/>
                      <a:pt x="112058" y="63707"/>
                      <a:pt x="109336" y="57390"/>
                    </a:cubicBezTo>
                    <a:cubicBezTo>
                      <a:pt x="106504" y="51183"/>
                      <a:pt x="102475" y="46174"/>
                      <a:pt x="96921" y="42471"/>
                    </a:cubicBezTo>
                    <a:cubicBezTo>
                      <a:pt x="91476" y="38769"/>
                      <a:pt x="84615" y="36917"/>
                      <a:pt x="76339" y="36917"/>
                    </a:cubicBezTo>
                    <a:cubicBezTo>
                      <a:pt x="68063" y="36917"/>
                      <a:pt x="60984" y="38877"/>
                      <a:pt x="55648" y="42689"/>
                    </a:cubicBezTo>
                    <a:cubicBezTo>
                      <a:pt x="50312" y="46500"/>
                      <a:pt x="46391" y="51510"/>
                      <a:pt x="43887" y="57826"/>
                    </a:cubicBezTo>
                    <a:cubicBezTo>
                      <a:pt x="41382" y="64033"/>
                      <a:pt x="40184" y="70785"/>
                      <a:pt x="40184" y="78081"/>
                    </a:cubicBezTo>
                    <a:cubicBezTo>
                      <a:pt x="40184" y="85378"/>
                      <a:pt x="41382" y="92239"/>
                      <a:pt x="43887" y="98664"/>
                    </a:cubicBezTo>
                    <a:cubicBezTo>
                      <a:pt x="46391" y="105089"/>
                      <a:pt x="50312" y="110316"/>
                      <a:pt x="55648" y="114236"/>
                    </a:cubicBezTo>
                    <a:cubicBezTo>
                      <a:pt x="60984" y="118157"/>
                      <a:pt x="68063" y="120117"/>
                      <a:pt x="76884" y="120117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7F90AF3-E04E-5012-6D32-8FF94C8BA50E}"/>
                  </a:ext>
                </a:extLst>
              </p:cNvPr>
              <p:cNvSpPr/>
              <p:nvPr/>
            </p:nvSpPr>
            <p:spPr>
              <a:xfrm>
                <a:off x="10175836" y="4958036"/>
                <a:ext cx="115652" cy="194495"/>
              </a:xfrm>
              <a:custGeom>
                <a:avLst/>
                <a:gdLst>
                  <a:gd name="connsiteX0" fmla="*/ 72745 w 115652"/>
                  <a:gd name="connsiteY0" fmla="*/ 194496 h 194495"/>
                  <a:gd name="connsiteX1" fmla="*/ 34957 w 115652"/>
                  <a:gd name="connsiteY1" fmla="*/ 180121 h 194495"/>
                  <a:gd name="connsiteX2" fmla="*/ 22760 w 115652"/>
                  <a:gd name="connsiteY2" fmla="*/ 140699 h 194495"/>
                  <a:gd name="connsiteX3" fmla="*/ 22760 w 115652"/>
                  <a:gd name="connsiteY3" fmla="*/ 76884 h 194495"/>
                  <a:gd name="connsiteX4" fmla="*/ 0 w 115652"/>
                  <a:gd name="connsiteY4" fmla="*/ 76884 h 194495"/>
                  <a:gd name="connsiteX5" fmla="*/ 0 w 115652"/>
                  <a:gd name="connsiteY5" fmla="*/ 40947 h 194495"/>
                  <a:gd name="connsiteX6" fmla="*/ 22760 w 115652"/>
                  <a:gd name="connsiteY6" fmla="*/ 40947 h 194495"/>
                  <a:gd name="connsiteX7" fmla="*/ 22760 w 115652"/>
                  <a:gd name="connsiteY7" fmla="*/ 0 h 194495"/>
                  <a:gd name="connsiteX8" fmla="*/ 63053 w 115652"/>
                  <a:gd name="connsiteY8" fmla="*/ 0 h 194495"/>
                  <a:gd name="connsiteX9" fmla="*/ 63053 w 115652"/>
                  <a:gd name="connsiteY9" fmla="*/ 40838 h 194495"/>
                  <a:gd name="connsiteX10" fmla="*/ 109118 w 115652"/>
                  <a:gd name="connsiteY10" fmla="*/ 40838 h 194495"/>
                  <a:gd name="connsiteX11" fmla="*/ 109118 w 115652"/>
                  <a:gd name="connsiteY11" fmla="*/ 76775 h 194495"/>
                  <a:gd name="connsiteX12" fmla="*/ 63053 w 115652"/>
                  <a:gd name="connsiteY12" fmla="*/ 76775 h 194495"/>
                  <a:gd name="connsiteX13" fmla="*/ 63053 w 115652"/>
                  <a:gd name="connsiteY13" fmla="*/ 132314 h 194495"/>
                  <a:gd name="connsiteX14" fmla="*/ 64905 w 115652"/>
                  <a:gd name="connsiteY14" fmla="*/ 145273 h 194495"/>
                  <a:gd name="connsiteX15" fmla="*/ 71221 w 115652"/>
                  <a:gd name="connsiteY15" fmla="*/ 153767 h 194495"/>
                  <a:gd name="connsiteX16" fmla="*/ 83418 w 115652"/>
                  <a:gd name="connsiteY16" fmla="*/ 156816 h 194495"/>
                  <a:gd name="connsiteX17" fmla="*/ 95070 w 115652"/>
                  <a:gd name="connsiteY17" fmla="*/ 154638 h 194495"/>
                  <a:gd name="connsiteX18" fmla="*/ 103020 w 115652"/>
                  <a:gd name="connsiteY18" fmla="*/ 149847 h 194495"/>
                  <a:gd name="connsiteX19" fmla="*/ 115652 w 115652"/>
                  <a:gd name="connsiteY19" fmla="*/ 180883 h 194495"/>
                  <a:gd name="connsiteX20" fmla="*/ 102257 w 115652"/>
                  <a:gd name="connsiteY20" fmla="*/ 188833 h 194495"/>
                  <a:gd name="connsiteX21" fmla="*/ 87447 w 115652"/>
                  <a:gd name="connsiteY21" fmla="*/ 193189 h 194495"/>
                  <a:gd name="connsiteX22" fmla="*/ 72745 w 115652"/>
                  <a:gd name="connsiteY22" fmla="*/ 194496 h 19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5652" h="194495">
                    <a:moveTo>
                      <a:pt x="72745" y="194496"/>
                    </a:moveTo>
                    <a:cubicBezTo>
                      <a:pt x="55648" y="194496"/>
                      <a:pt x="43016" y="189704"/>
                      <a:pt x="34957" y="180121"/>
                    </a:cubicBezTo>
                    <a:cubicBezTo>
                      <a:pt x="26789" y="170538"/>
                      <a:pt x="22760" y="157361"/>
                      <a:pt x="22760" y="140699"/>
                    </a:cubicBezTo>
                    <a:lnTo>
                      <a:pt x="22760" y="76884"/>
                    </a:lnTo>
                    <a:lnTo>
                      <a:pt x="0" y="76884"/>
                    </a:lnTo>
                    <a:lnTo>
                      <a:pt x="0" y="40947"/>
                    </a:lnTo>
                    <a:lnTo>
                      <a:pt x="22760" y="40947"/>
                    </a:lnTo>
                    <a:lnTo>
                      <a:pt x="22760" y="0"/>
                    </a:lnTo>
                    <a:lnTo>
                      <a:pt x="63053" y="0"/>
                    </a:lnTo>
                    <a:lnTo>
                      <a:pt x="63053" y="40838"/>
                    </a:lnTo>
                    <a:lnTo>
                      <a:pt x="109118" y="40838"/>
                    </a:lnTo>
                    <a:lnTo>
                      <a:pt x="109118" y="76775"/>
                    </a:lnTo>
                    <a:lnTo>
                      <a:pt x="63053" y="76775"/>
                    </a:lnTo>
                    <a:lnTo>
                      <a:pt x="63053" y="132314"/>
                    </a:lnTo>
                    <a:cubicBezTo>
                      <a:pt x="63053" y="137323"/>
                      <a:pt x="63707" y="141570"/>
                      <a:pt x="64905" y="145273"/>
                    </a:cubicBezTo>
                    <a:cubicBezTo>
                      <a:pt x="66102" y="148867"/>
                      <a:pt x="68280" y="151698"/>
                      <a:pt x="71221" y="153767"/>
                    </a:cubicBezTo>
                    <a:cubicBezTo>
                      <a:pt x="74161" y="155836"/>
                      <a:pt x="78299" y="156816"/>
                      <a:pt x="83418" y="156816"/>
                    </a:cubicBezTo>
                    <a:cubicBezTo>
                      <a:pt x="87991" y="156816"/>
                      <a:pt x="91912" y="156054"/>
                      <a:pt x="95070" y="154638"/>
                    </a:cubicBezTo>
                    <a:cubicBezTo>
                      <a:pt x="98228" y="153223"/>
                      <a:pt x="100842" y="151589"/>
                      <a:pt x="103020" y="149847"/>
                    </a:cubicBezTo>
                    <a:lnTo>
                      <a:pt x="115652" y="180883"/>
                    </a:lnTo>
                    <a:cubicBezTo>
                      <a:pt x="111623" y="184150"/>
                      <a:pt x="107158" y="186764"/>
                      <a:pt x="102257" y="188833"/>
                    </a:cubicBezTo>
                    <a:cubicBezTo>
                      <a:pt x="97357" y="190793"/>
                      <a:pt x="92456" y="192318"/>
                      <a:pt x="87447" y="193189"/>
                    </a:cubicBezTo>
                    <a:cubicBezTo>
                      <a:pt x="82437" y="194060"/>
                      <a:pt x="77537" y="194496"/>
                      <a:pt x="72745" y="194496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6BA3A9D-864B-FC5A-FCE0-5A1E382E5820}"/>
                  </a:ext>
                </a:extLst>
              </p:cNvPr>
              <p:cNvSpPr/>
              <p:nvPr/>
            </p:nvSpPr>
            <p:spPr>
              <a:xfrm>
                <a:off x="10302378" y="4996369"/>
                <a:ext cx="145185" cy="156162"/>
              </a:xfrm>
              <a:custGeom>
                <a:avLst/>
                <a:gdLst>
                  <a:gd name="connsiteX0" fmla="*/ 75032 w 145185"/>
                  <a:gd name="connsiteY0" fmla="*/ 156163 h 156162"/>
                  <a:gd name="connsiteX1" fmla="*/ 34521 w 145185"/>
                  <a:gd name="connsiteY1" fmla="*/ 146689 h 156162"/>
                  <a:gd name="connsiteX2" fmla="*/ 8930 w 145185"/>
                  <a:gd name="connsiteY2" fmla="*/ 119790 h 156162"/>
                  <a:gd name="connsiteX3" fmla="*/ 0 w 145185"/>
                  <a:gd name="connsiteY3" fmla="*/ 79062 h 156162"/>
                  <a:gd name="connsiteX4" fmla="*/ 9148 w 145185"/>
                  <a:gd name="connsiteY4" fmla="*/ 37788 h 156162"/>
                  <a:gd name="connsiteX5" fmla="*/ 35175 w 145185"/>
                  <a:gd name="connsiteY5" fmla="*/ 10019 h 156162"/>
                  <a:gd name="connsiteX6" fmla="*/ 75032 w 145185"/>
                  <a:gd name="connsiteY6" fmla="*/ 0 h 156162"/>
                  <a:gd name="connsiteX7" fmla="*/ 105415 w 145185"/>
                  <a:gd name="connsiteY7" fmla="*/ 5772 h 156162"/>
                  <a:gd name="connsiteX8" fmla="*/ 127522 w 145185"/>
                  <a:gd name="connsiteY8" fmla="*/ 21889 h 156162"/>
                  <a:gd name="connsiteX9" fmla="*/ 141026 w 145185"/>
                  <a:gd name="connsiteY9" fmla="*/ 45956 h 156162"/>
                  <a:gd name="connsiteX10" fmla="*/ 145164 w 145185"/>
                  <a:gd name="connsiteY10" fmla="*/ 75468 h 156162"/>
                  <a:gd name="connsiteX11" fmla="*/ 144837 w 145185"/>
                  <a:gd name="connsiteY11" fmla="*/ 83200 h 156162"/>
                  <a:gd name="connsiteX12" fmla="*/ 143639 w 145185"/>
                  <a:gd name="connsiteY12" fmla="*/ 90714 h 156162"/>
                  <a:gd name="connsiteX13" fmla="*/ 39749 w 145185"/>
                  <a:gd name="connsiteY13" fmla="*/ 90714 h 156162"/>
                  <a:gd name="connsiteX14" fmla="*/ 44649 w 145185"/>
                  <a:gd name="connsiteY14" fmla="*/ 106504 h 156162"/>
                  <a:gd name="connsiteX15" fmla="*/ 55975 w 145185"/>
                  <a:gd name="connsiteY15" fmla="*/ 117830 h 156162"/>
                  <a:gd name="connsiteX16" fmla="*/ 74270 w 145185"/>
                  <a:gd name="connsiteY16" fmla="*/ 121968 h 156162"/>
                  <a:gd name="connsiteX17" fmla="*/ 87556 w 145185"/>
                  <a:gd name="connsiteY17" fmla="*/ 120335 h 156162"/>
                  <a:gd name="connsiteX18" fmla="*/ 97901 w 145185"/>
                  <a:gd name="connsiteY18" fmla="*/ 115325 h 156162"/>
                  <a:gd name="connsiteX19" fmla="*/ 104000 w 145185"/>
                  <a:gd name="connsiteY19" fmla="*/ 107267 h 156162"/>
                  <a:gd name="connsiteX20" fmla="*/ 143748 w 145185"/>
                  <a:gd name="connsiteY20" fmla="*/ 107267 h 156162"/>
                  <a:gd name="connsiteX21" fmla="*/ 129809 w 145185"/>
                  <a:gd name="connsiteY21" fmla="*/ 135145 h 156162"/>
                  <a:gd name="connsiteX22" fmla="*/ 105198 w 145185"/>
                  <a:gd name="connsiteY22" fmla="*/ 151154 h 156162"/>
                  <a:gd name="connsiteX23" fmla="*/ 75032 w 145185"/>
                  <a:gd name="connsiteY23" fmla="*/ 156163 h 156162"/>
                  <a:gd name="connsiteX24" fmla="*/ 40838 w 145185"/>
                  <a:gd name="connsiteY24" fmla="*/ 62400 h 156162"/>
                  <a:gd name="connsiteX25" fmla="*/ 106722 w 145185"/>
                  <a:gd name="connsiteY25" fmla="*/ 62400 h 156162"/>
                  <a:gd name="connsiteX26" fmla="*/ 102802 w 145185"/>
                  <a:gd name="connsiteY26" fmla="*/ 47916 h 156162"/>
                  <a:gd name="connsiteX27" fmla="*/ 92130 w 145185"/>
                  <a:gd name="connsiteY27" fmla="*/ 37026 h 156162"/>
                  <a:gd name="connsiteX28" fmla="*/ 74161 w 145185"/>
                  <a:gd name="connsiteY28" fmla="*/ 32888 h 156162"/>
                  <a:gd name="connsiteX29" fmla="*/ 55866 w 145185"/>
                  <a:gd name="connsiteY29" fmla="*/ 37244 h 156162"/>
                  <a:gd name="connsiteX30" fmla="*/ 44976 w 145185"/>
                  <a:gd name="connsiteY30" fmla="*/ 48352 h 156162"/>
                  <a:gd name="connsiteX31" fmla="*/ 40838 w 145185"/>
                  <a:gd name="connsiteY31" fmla="*/ 62618 h 15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185" h="156162">
                    <a:moveTo>
                      <a:pt x="75032" y="156163"/>
                    </a:moveTo>
                    <a:cubicBezTo>
                      <a:pt x="59133" y="156163"/>
                      <a:pt x="45629" y="153005"/>
                      <a:pt x="34521" y="146689"/>
                    </a:cubicBezTo>
                    <a:cubicBezTo>
                      <a:pt x="23413" y="140372"/>
                      <a:pt x="14810" y="131443"/>
                      <a:pt x="8930" y="119790"/>
                    </a:cubicBezTo>
                    <a:cubicBezTo>
                      <a:pt x="2940" y="108247"/>
                      <a:pt x="0" y="94634"/>
                      <a:pt x="0" y="79062"/>
                    </a:cubicBezTo>
                    <a:cubicBezTo>
                      <a:pt x="0" y="63489"/>
                      <a:pt x="3049" y="49550"/>
                      <a:pt x="9148" y="37788"/>
                    </a:cubicBezTo>
                    <a:cubicBezTo>
                      <a:pt x="15246" y="26027"/>
                      <a:pt x="23958" y="16771"/>
                      <a:pt x="35175" y="10019"/>
                    </a:cubicBezTo>
                    <a:cubicBezTo>
                      <a:pt x="46391" y="3267"/>
                      <a:pt x="59677" y="0"/>
                      <a:pt x="75032" y="0"/>
                    </a:cubicBezTo>
                    <a:cubicBezTo>
                      <a:pt x="86576" y="0"/>
                      <a:pt x="96703" y="1960"/>
                      <a:pt x="105415" y="5772"/>
                    </a:cubicBezTo>
                    <a:cubicBezTo>
                      <a:pt x="114127" y="9583"/>
                      <a:pt x="121533" y="15028"/>
                      <a:pt x="127522" y="21889"/>
                    </a:cubicBezTo>
                    <a:cubicBezTo>
                      <a:pt x="133621" y="28750"/>
                      <a:pt x="138086" y="36808"/>
                      <a:pt x="141026" y="45956"/>
                    </a:cubicBezTo>
                    <a:cubicBezTo>
                      <a:pt x="143966" y="55104"/>
                      <a:pt x="145382" y="64905"/>
                      <a:pt x="145164" y="75468"/>
                    </a:cubicBezTo>
                    <a:cubicBezTo>
                      <a:pt x="145164" y="78190"/>
                      <a:pt x="145164" y="80695"/>
                      <a:pt x="144837" y="83200"/>
                    </a:cubicBezTo>
                    <a:cubicBezTo>
                      <a:pt x="144620" y="85705"/>
                      <a:pt x="144293" y="88209"/>
                      <a:pt x="143639" y="90714"/>
                    </a:cubicBezTo>
                    <a:lnTo>
                      <a:pt x="39749" y="90714"/>
                    </a:lnTo>
                    <a:cubicBezTo>
                      <a:pt x="40293" y="96486"/>
                      <a:pt x="41927" y="101713"/>
                      <a:pt x="44649" y="106504"/>
                    </a:cubicBezTo>
                    <a:cubicBezTo>
                      <a:pt x="47372" y="111296"/>
                      <a:pt x="51074" y="115108"/>
                      <a:pt x="55975" y="117830"/>
                    </a:cubicBezTo>
                    <a:cubicBezTo>
                      <a:pt x="60875" y="120662"/>
                      <a:pt x="66974" y="121968"/>
                      <a:pt x="74270" y="121968"/>
                    </a:cubicBezTo>
                    <a:cubicBezTo>
                      <a:pt x="79062" y="121968"/>
                      <a:pt x="83526" y="121424"/>
                      <a:pt x="87556" y="120335"/>
                    </a:cubicBezTo>
                    <a:cubicBezTo>
                      <a:pt x="91585" y="119246"/>
                      <a:pt x="95070" y="117612"/>
                      <a:pt x="97901" y="115325"/>
                    </a:cubicBezTo>
                    <a:cubicBezTo>
                      <a:pt x="100733" y="113038"/>
                      <a:pt x="102802" y="110316"/>
                      <a:pt x="104000" y="107267"/>
                    </a:cubicBezTo>
                    <a:lnTo>
                      <a:pt x="143748" y="107267"/>
                    </a:lnTo>
                    <a:cubicBezTo>
                      <a:pt x="141244" y="118592"/>
                      <a:pt x="136561" y="127849"/>
                      <a:pt x="129809" y="135145"/>
                    </a:cubicBezTo>
                    <a:cubicBezTo>
                      <a:pt x="122948" y="142442"/>
                      <a:pt x="114781" y="147778"/>
                      <a:pt x="105198" y="151154"/>
                    </a:cubicBezTo>
                    <a:cubicBezTo>
                      <a:pt x="95614" y="154529"/>
                      <a:pt x="85487" y="156163"/>
                      <a:pt x="75032" y="156163"/>
                    </a:cubicBezTo>
                    <a:close/>
                    <a:moveTo>
                      <a:pt x="40838" y="62400"/>
                    </a:moveTo>
                    <a:lnTo>
                      <a:pt x="106722" y="62400"/>
                    </a:lnTo>
                    <a:cubicBezTo>
                      <a:pt x="106504" y="57173"/>
                      <a:pt x="105198" y="52381"/>
                      <a:pt x="102802" y="47916"/>
                    </a:cubicBezTo>
                    <a:cubicBezTo>
                      <a:pt x="100406" y="43451"/>
                      <a:pt x="96812" y="39749"/>
                      <a:pt x="92130" y="37026"/>
                    </a:cubicBezTo>
                    <a:cubicBezTo>
                      <a:pt x="87447" y="34195"/>
                      <a:pt x="81457" y="32888"/>
                      <a:pt x="74161" y="32888"/>
                    </a:cubicBezTo>
                    <a:cubicBezTo>
                      <a:pt x="66865" y="32888"/>
                      <a:pt x="60766" y="34304"/>
                      <a:pt x="55866" y="37244"/>
                    </a:cubicBezTo>
                    <a:cubicBezTo>
                      <a:pt x="50965" y="40075"/>
                      <a:pt x="47372" y="43778"/>
                      <a:pt x="44976" y="48352"/>
                    </a:cubicBezTo>
                    <a:cubicBezTo>
                      <a:pt x="42580" y="52926"/>
                      <a:pt x="41164" y="57608"/>
                      <a:pt x="40838" y="62618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AC49133-97DD-1A36-BF86-CD0616046C7E}"/>
                  </a:ext>
                </a:extLst>
              </p:cNvPr>
              <p:cNvSpPr/>
              <p:nvPr/>
            </p:nvSpPr>
            <p:spPr>
              <a:xfrm>
                <a:off x="10549037" y="4996260"/>
                <a:ext cx="153984" cy="156271"/>
              </a:xfrm>
              <a:custGeom>
                <a:avLst/>
                <a:gdLst>
                  <a:gd name="connsiteX0" fmla="*/ 67736 w 153984"/>
                  <a:gd name="connsiteY0" fmla="*/ 156272 h 156271"/>
                  <a:gd name="connsiteX1" fmla="*/ 38006 w 153984"/>
                  <a:gd name="connsiteY1" fmla="*/ 150391 h 156271"/>
                  <a:gd name="connsiteX2" fmla="*/ 16771 w 153984"/>
                  <a:gd name="connsiteY2" fmla="*/ 133947 h 156271"/>
                  <a:gd name="connsiteX3" fmla="*/ 4138 w 153984"/>
                  <a:gd name="connsiteY3" fmla="*/ 109445 h 156271"/>
                  <a:gd name="connsiteX4" fmla="*/ 0 w 153984"/>
                  <a:gd name="connsiteY4" fmla="*/ 79062 h 156271"/>
                  <a:gd name="connsiteX5" fmla="*/ 8494 w 153984"/>
                  <a:gd name="connsiteY5" fmla="*/ 37897 h 156271"/>
                  <a:gd name="connsiteX6" fmla="*/ 33106 w 153984"/>
                  <a:gd name="connsiteY6" fmla="*/ 10019 h 156271"/>
                  <a:gd name="connsiteX7" fmla="*/ 72201 w 153984"/>
                  <a:gd name="connsiteY7" fmla="*/ 0 h 156271"/>
                  <a:gd name="connsiteX8" fmla="*/ 95832 w 153984"/>
                  <a:gd name="connsiteY8" fmla="*/ 4138 h 156271"/>
                  <a:gd name="connsiteX9" fmla="*/ 114563 w 153984"/>
                  <a:gd name="connsiteY9" fmla="*/ 16988 h 156271"/>
                  <a:gd name="connsiteX10" fmla="*/ 115979 w 153984"/>
                  <a:gd name="connsiteY10" fmla="*/ 2614 h 156271"/>
                  <a:gd name="connsiteX11" fmla="*/ 153985 w 153984"/>
                  <a:gd name="connsiteY11" fmla="*/ 2614 h 156271"/>
                  <a:gd name="connsiteX12" fmla="*/ 153985 w 153984"/>
                  <a:gd name="connsiteY12" fmla="*/ 154203 h 156271"/>
                  <a:gd name="connsiteX13" fmla="*/ 115108 w 153984"/>
                  <a:gd name="connsiteY13" fmla="*/ 154203 h 156271"/>
                  <a:gd name="connsiteX14" fmla="*/ 114236 w 153984"/>
                  <a:gd name="connsiteY14" fmla="*/ 139283 h 156271"/>
                  <a:gd name="connsiteX15" fmla="*/ 92674 w 153984"/>
                  <a:gd name="connsiteY15" fmla="*/ 152243 h 156271"/>
                  <a:gd name="connsiteX16" fmla="*/ 67954 w 153984"/>
                  <a:gd name="connsiteY16" fmla="*/ 156272 h 156271"/>
                  <a:gd name="connsiteX17" fmla="*/ 76992 w 153984"/>
                  <a:gd name="connsiteY17" fmla="*/ 120008 h 156271"/>
                  <a:gd name="connsiteX18" fmla="*/ 97139 w 153984"/>
                  <a:gd name="connsiteY18" fmla="*/ 114236 h 156271"/>
                  <a:gd name="connsiteX19" fmla="*/ 109336 w 153984"/>
                  <a:gd name="connsiteY19" fmla="*/ 98990 h 156271"/>
                  <a:gd name="connsiteX20" fmla="*/ 113474 w 153984"/>
                  <a:gd name="connsiteY20" fmla="*/ 78299 h 156271"/>
                  <a:gd name="connsiteX21" fmla="*/ 109336 w 153984"/>
                  <a:gd name="connsiteY21" fmla="*/ 57390 h 156271"/>
                  <a:gd name="connsiteX22" fmla="*/ 96921 w 153984"/>
                  <a:gd name="connsiteY22" fmla="*/ 42471 h 156271"/>
                  <a:gd name="connsiteX23" fmla="*/ 76339 w 153984"/>
                  <a:gd name="connsiteY23" fmla="*/ 36917 h 156271"/>
                  <a:gd name="connsiteX24" fmla="*/ 55648 w 153984"/>
                  <a:gd name="connsiteY24" fmla="*/ 42689 h 156271"/>
                  <a:gd name="connsiteX25" fmla="*/ 43887 w 153984"/>
                  <a:gd name="connsiteY25" fmla="*/ 57826 h 156271"/>
                  <a:gd name="connsiteX26" fmla="*/ 40184 w 153984"/>
                  <a:gd name="connsiteY26" fmla="*/ 78081 h 156271"/>
                  <a:gd name="connsiteX27" fmla="*/ 43887 w 153984"/>
                  <a:gd name="connsiteY27" fmla="*/ 98664 h 156271"/>
                  <a:gd name="connsiteX28" fmla="*/ 55648 w 153984"/>
                  <a:gd name="connsiteY28" fmla="*/ 114236 h 156271"/>
                  <a:gd name="connsiteX29" fmla="*/ 76884 w 153984"/>
                  <a:gd name="connsiteY29" fmla="*/ 120117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3984" h="156271">
                    <a:moveTo>
                      <a:pt x="67736" y="156272"/>
                    </a:moveTo>
                    <a:cubicBezTo>
                      <a:pt x="56410" y="156272"/>
                      <a:pt x="46500" y="154312"/>
                      <a:pt x="38006" y="150391"/>
                    </a:cubicBezTo>
                    <a:cubicBezTo>
                      <a:pt x="29512" y="146471"/>
                      <a:pt x="22325" y="141026"/>
                      <a:pt x="16771" y="133947"/>
                    </a:cubicBezTo>
                    <a:cubicBezTo>
                      <a:pt x="11217" y="126869"/>
                      <a:pt x="6861" y="118810"/>
                      <a:pt x="4138" y="109445"/>
                    </a:cubicBezTo>
                    <a:cubicBezTo>
                      <a:pt x="1307" y="100188"/>
                      <a:pt x="0" y="90061"/>
                      <a:pt x="0" y="79062"/>
                    </a:cubicBezTo>
                    <a:cubicBezTo>
                      <a:pt x="0" y="63489"/>
                      <a:pt x="2831" y="49876"/>
                      <a:pt x="8494" y="37897"/>
                    </a:cubicBezTo>
                    <a:cubicBezTo>
                      <a:pt x="14157" y="25918"/>
                      <a:pt x="22325" y="16662"/>
                      <a:pt x="33106" y="10019"/>
                    </a:cubicBezTo>
                    <a:cubicBezTo>
                      <a:pt x="43887" y="3267"/>
                      <a:pt x="56846" y="0"/>
                      <a:pt x="72201" y="0"/>
                    </a:cubicBezTo>
                    <a:cubicBezTo>
                      <a:pt x="80477" y="0"/>
                      <a:pt x="88318" y="1416"/>
                      <a:pt x="95832" y="4138"/>
                    </a:cubicBezTo>
                    <a:cubicBezTo>
                      <a:pt x="103346" y="6861"/>
                      <a:pt x="109554" y="11217"/>
                      <a:pt x="114563" y="16988"/>
                    </a:cubicBezTo>
                    <a:lnTo>
                      <a:pt x="115979" y="2614"/>
                    </a:lnTo>
                    <a:lnTo>
                      <a:pt x="153985" y="2614"/>
                    </a:lnTo>
                    <a:lnTo>
                      <a:pt x="153985" y="154203"/>
                    </a:lnTo>
                    <a:lnTo>
                      <a:pt x="115108" y="154203"/>
                    </a:lnTo>
                    <a:lnTo>
                      <a:pt x="114236" y="139283"/>
                    </a:lnTo>
                    <a:cubicBezTo>
                      <a:pt x="107920" y="145273"/>
                      <a:pt x="100733" y="149520"/>
                      <a:pt x="92674" y="152243"/>
                    </a:cubicBezTo>
                    <a:cubicBezTo>
                      <a:pt x="84616" y="154965"/>
                      <a:pt x="76339" y="156272"/>
                      <a:pt x="67954" y="156272"/>
                    </a:cubicBezTo>
                    <a:close/>
                    <a:moveTo>
                      <a:pt x="76992" y="120008"/>
                    </a:moveTo>
                    <a:cubicBezTo>
                      <a:pt x="85051" y="120008"/>
                      <a:pt x="91803" y="118048"/>
                      <a:pt x="97139" y="114236"/>
                    </a:cubicBezTo>
                    <a:cubicBezTo>
                      <a:pt x="102475" y="110425"/>
                      <a:pt x="106613" y="105307"/>
                      <a:pt x="109336" y="98990"/>
                    </a:cubicBezTo>
                    <a:cubicBezTo>
                      <a:pt x="112058" y="92674"/>
                      <a:pt x="113474" y="85705"/>
                      <a:pt x="113474" y="78299"/>
                    </a:cubicBezTo>
                    <a:cubicBezTo>
                      <a:pt x="113474" y="70894"/>
                      <a:pt x="112058" y="63707"/>
                      <a:pt x="109336" y="57390"/>
                    </a:cubicBezTo>
                    <a:cubicBezTo>
                      <a:pt x="106505" y="51183"/>
                      <a:pt x="102475" y="46174"/>
                      <a:pt x="96921" y="42471"/>
                    </a:cubicBezTo>
                    <a:cubicBezTo>
                      <a:pt x="91476" y="38769"/>
                      <a:pt x="84616" y="36917"/>
                      <a:pt x="76339" y="36917"/>
                    </a:cubicBezTo>
                    <a:cubicBezTo>
                      <a:pt x="68063" y="36917"/>
                      <a:pt x="60984" y="38877"/>
                      <a:pt x="55648" y="42689"/>
                    </a:cubicBezTo>
                    <a:cubicBezTo>
                      <a:pt x="50312" y="46500"/>
                      <a:pt x="46392" y="51510"/>
                      <a:pt x="43887" y="57826"/>
                    </a:cubicBezTo>
                    <a:cubicBezTo>
                      <a:pt x="41382" y="64033"/>
                      <a:pt x="40184" y="70785"/>
                      <a:pt x="40184" y="78081"/>
                    </a:cubicBezTo>
                    <a:cubicBezTo>
                      <a:pt x="40184" y="85378"/>
                      <a:pt x="41382" y="92239"/>
                      <a:pt x="43887" y="98664"/>
                    </a:cubicBezTo>
                    <a:cubicBezTo>
                      <a:pt x="46392" y="105089"/>
                      <a:pt x="50312" y="110316"/>
                      <a:pt x="55648" y="114236"/>
                    </a:cubicBezTo>
                    <a:cubicBezTo>
                      <a:pt x="60984" y="118157"/>
                      <a:pt x="68063" y="120117"/>
                      <a:pt x="76884" y="120117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69CD25F4-982C-4A3C-BE12-FE114BDD4F9E}"/>
                </a:ext>
              </a:extLst>
            </p:cNvPr>
            <p:cNvGrpSpPr/>
            <p:nvPr/>
          </p:nvGrpSpPr>
          <p:grpSpPr>
            <a:xfrm>
              <a:off x="9534523" y="5250393"/>
              <a:ext cx="1657570" cy="618702"/>
              <a:chOff x="9534523" y="5250393"/>
              <a:chExt cx="1657570" cy="618702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0CA2DB3-9B8F-6520-AE3B-40EBFCC190F7}"/>
                  </a:ext>
                </a:extLst>
              </p:cNvPr>
              <p:cNvSpPr/>
              <p:nvPr/>
            </p:nvSpPr>
            <p:spPr>
              <a:xfrm>
                <a:off x="10067669" y="5250393"/>
                <a:ext cx="140104" cy="140126"/>
              </a:xfrm>
              <a:custGeom>
                <a:avLst/>
                <a:gdLst>
                  <a:gd name="connsiteX0" fmla="*/ 74626 w 140104"/>
                  <a:gd name="connsiteY0" fmla="*/ 149 h 140126"/>
                  <a:gd name="connsiteX1" fmla="*/ 138 w 140104"/>
                  <a:gd name="connsiteY1" fmla="*/ 74637 h 140126"/>
                  <a:gd name="connsiteX2" fmla="*/ 65478 w 140104"/>
                  <a:gd name="connsiteY2" fmla="*/ 139977 h 140126"/>
                  <a:gd name="connsiteX3" fmla="*/ 139966 w 140104"/>
                  <a:gd name="connsiteY3" fmla="*/ 65490 h 140126"/>
                  <a:gd name="connsiteX4" fmla="*/ 74626 w 140104"/>
                  <a:gd name="connsiteY4" fmla="*/ 149 h 140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104" h="140126">
                    <a:moveTo>
                      <a:pt x="74626" y="149"/>
                    </a:moveTo>
                    <a:cubicBezTo>
                      <a:pt x="32373" y="-2573"/>
                      <a:pt x="-2476" y="32275"/>
                      <a:pt x="138" y="74637"/>
                    </a:cubicBezTo>
                    <a:cubicBezTo>
                      <a:pt x="2316" y="109485"/>
                      <a:pt x="30630" y="137799"/>
                      <a:pt x="65478" y="139977"/>
                    </a:cubicBezTo>
                    <a:cubicBezTo>
                      <a:pt x="107732" y="142700"/>
                      <a:pt x="142580" y="107852"/>
                      <a:pt x="139966" y="65490"/>
                    </a:cubicBezTo>
                    <a:cubicBezTo>
                      <a:pt x="137788" y="30641"/>
                      <a:pt x="109474" y="2327"/>
                      <a:pt x="74626" y="149"/>
                    </a:cubicBezTo>
                    <a:close/>
                  </a:path>
                </a:pathLst>
              </a:custGeom>
              <a:solidFill>
                <a:schemeClr val="tx1"/>
              </a:solidFill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  <p:grpSp>
            <p:nvGrpSpPr>
              <p:cNvPr id="26" name="Graphic 4">
                <a:extLst>
                  <a:ext uri="{FF2B5EF4-FFF2-40B4-BE49-F238E27FC236}">
                    <a16:creationId xmlns:a16="http://schemas.microsoft.com/office/drawing/2014/main" id="{65901934-48A1-8A14-183A-90E02153680E}"/>
                  </a:ext>
                </a:extLst>
              </p:cNvPr>
              <p:cNvGrpSpPr/>
              <p:nvPr/>
            </p:nvGrpSpPr>
            <p:grpSpPr>
              <a:xfrm>
                <a:off x="9534523" y="5281688"/>
                <a:ext cx="1657570" cy="587408"/>
                <a:chOff x="9534523" y="5281688"/>
                <a:chExt cx="1657570" cy="587408"/>
              </a:xfrm>
              <a:solidFill>
                <a:srgbClr val="000000"/>
              </a:solidFill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CD5E94AE-A182-F4D4-8D85-934DBC6DA833}"/>
                    </a:ext>
                  </a:extLst>
                </p:cNvPr>
                <p:cNvSpPr/>
                <p:nvPr/>
              </p:nvSpPr>
              <p:spPr>
                <a:xfrm>
                  <a:off x="9534523" y="5294429"/>
                  <a:ext cx="461519" cy="562252"/>
                </a:xfrm>
                <a:custGeom>
                  <a:avLst/>
                  <a:gdLst>
                    <a:gd name="connsiteX0" fmla="*/ 454767 w 461519"/>
                    <a:gd name="connsiteY0" fmla="*/ 0 h 562252"/>
                    <a:gd name="connsiteX1" fmla="*/ 342056 w 461519"/>
                    <a:gd name="connsiteY1" fmla="*/ 0 h 562252"/>
                    <a:gd name="connsiteX2" fmla="*/ 335304 w 461519"/>
                    <a:gd name="connsiteY2" fmla="*/ 6752 h 562252"/>
                    <a:gd name="connsiteX3" fmla="*/ 335304 w 461519"/>
                    <a:gd name="connsiteY3" fmla="*/ 337264 h 562252"/>
                    <a:gd name="connsiteX4" fmla="*/ 331166 w 461519"/>
                    <a:gd name="connsiteY4" fmla="*/ 338353 h 562252"/>
                    <a:gd name="connsiteX5" fmla="*/ 136125 w 461519"/>
                    <a:gd name="connsiteY5" fmla="*/ 3376 h 562252"/>
                    <a:gd name="connsiteX6" fmla="*/ 130354 w 461519"/>
                    <a:gd name="connsiteY6" fmla="*/ 0 h 562252"/>
                    <a:gd name="connsiteX7" fmla="*/ 6752 w 461519"/>
                    <a:gd name="connsiteY7" fmla="*/ 0 h 562252"/>
                    <a:gd name="connsiteX8" fmla="*/ 0 w 461519"/>
                    <a:gd name="connsiteY8" fmla="*/ 6752 h 562252"/>
                    <a:gd name="connsiteX9" fmla="*/ 0 w 461519"/>
                    <a:gd name="connsiteY9" fmla="*/ 555391 h 562252"/>
                    <a:gd name="connsiteX10" fmla="*/ 6752 w 461519"/>
                    <a:gd name="connsiteY10" fmla="*/ 562143 h 562252"/>
                    <a:gd name="connsiteX11" fmla="*/ 119464 w 461519"/>
                    <a:gd name="connsiteY11" fmla="*/ 562143 h 562252"/>
                    <a:gd name="connsiteX12" fmla="*/ 126215 w 461519"/>
                    <a:gd name="connsiteY12" fmla="*/ 555391 h 562252"/>
                    <a:gd name="connsiteX13" fmla="*/ 126215 w 461519"/>
                    <a:gd name="connsiteY13" fmla="*/ 226295 h 562252"/>
                    <a:gd name="connsiteX14" fmla="*/ 130354 w 461519"/>
                    <a:gd name="connsiteY14" fmla="*/ 225206 h 562252"/>
                    <a:gd name="connsiteX15" fmla="*/ 325394 w 461519"/>
                    <a:gd name="connsiteY15" fmla="*/ 558876 h 562252"/>
                    <a:gd name="connsiteX16" fmla="*/ 331166 w 461519"/>
                    <a:gd name="connsiteY16" fmla="*/ 562252 h 562252"/>
                    <a:gd name="connsiteX17" fmla="*/ 454767 w 461519"/>
                    <a:gd name="connsiteY17" fmla="*/ 562252 h 562252"/>
                    <a:gd name="connsiteX18" fmla="*/ 461519 w 461519"/>
                    <a:gd name="connsiteY18" fmla="*/ 555500 h 562252"/>
                    <a:gd name="connsiteX19" fmla="*/ 461519 w 461519"/>
                    <a:gd name="connsiteY19" fmla="*/ 6861 h 562252"/>
                    <a:gd name="connsiteX20" fmla="*/ 454767 w 461519"/>
                    <a:gd name="connsiteY20" fmla="*/ 109 h 5622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61519" h="562252">
                      <a:moveTo>
                        <a:pt x="454767" y="0"/>
                      </a:moveTo>
                      <a:lnTo>
                        <a:pt x="342056" y="0"/>
                      </a:lnTo>
                      <a:cubicBezTo>
                        <a:pt x="338353" y="0"/>
                        <a:pt x="335304" y="3049"/>
                        <a:pt x="335304" y="6752"/>
                      </a:cubicBezTo>
                      <a:lnTo>
                        <a:pt x="335304" y="337264"/>
                      </a:lnTo>
                      <a:cubicBezTo>
                        <a:pt x="335304" y="339551"/>
                        <a:pt x="332255" y="340422"/>
                        <a:pt x="331166" y="338353"/>
                      </a:cubicBezTo>
                      <a:lnTo>
                        <a:pt x="136125" y="3376"/>
                      </a:lnTo>
                      <a:cubicBezTo>
                        <a:pt x="134927" y="1307"/>
                        <a:pt x="132749" y="0"/>
                        <a:pt x="130354" y="0"/>
                      </a:cubicBezTo>
                      <a:lnTo>
                        <a:pt x="6752" y="0"/>
                      </a:lnTo>
                      <a:cubicBezTo>
                        <a:pt x="3049" y="0"/>
                        <a:pt x="0" y="3049"/>
                        <a:pt x="0" y="6752"/>
                      </a:cubicBezTo>
                      <a:lnTo>
                        <a:pt x="0" y="555391"/>
                      </a:lnTo>
                      <a:cubicBezTo>
                        <a:pt x="0" y="559094"/>
                        <a:pt x="3049" y="562143"/>
                        <a:pt x="6752" y="562143"/>
                      </a:cubicBezTo>
                      <a:lnTo>
                        <a:pt x="119464" y="562143"/>
                      </a:lnTo>
                      <a:cubicBezTo>
                        <a:pt x="123166" y="562143"/>
                        <a:pt x="126215" y="559094"/>
                        <a:pt x="126215" y="555391"/>
                      </a:cubicBezTo>
                      <a:lnTo>
                        <a:pt x="126215" y="226295"/>
                      </a:lnTo>
                      <a:cubicBezTo>
                        <a:pt x="126215" y="224008"/>
                        <a:pt x="129265" y="223137"/>
                        <a:pt x="130354" y="225206"/>
                      </a:cubicBezTo>
                      <a:lnTo>
                        <a:pt x="325394" y="558876"/>
                      </a:lnTo>
                      <a:cubicBezTo>
                        <a:pt x="326592" y="560945"/>
                        <a:pt x="328770" y="562252"/>
                        <a:pt x="331166" y="562252"/>
                      </a:cubicBezTo>
                      <a:lnTo>
                        <a:pt x="454767" y="562252"/>
                      </a:lnTo>
                      <a:cubicBezTo>
                        <a:pt x="458470" y="562252"/>
                        <a:pt x="461519" y="559203"/>
                        <a:pt x="461519" y="555500"/>
                      </a:cubicBezTo>
                      <a:lnTo>
                        <a:pt x="461519" y="6861"/>
                      </a:lnTo>
                      <a:cubicBezTo>
                        <a:pt x="461519" y="3158"/>
                        <a:pt x="458470" y="109"/>
                        <a:pt x="454767" y="10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E09FCDC2-697A-2630-964C-90252CD5D80E}"/>
                    </a:ext>
                  </a:extLst>
                </p:cNvPr>
                <p:cNvSpPr/>
                <p:nvPr/>
              </p:nvSpPr>
              <p:spPr>
                <a:xfrm>
                  <a:off x="10079786" y="5427142"/>
                  <a:ext cx="116087" cy="429430"/>
                </a:xfrm>
                <a:custGeom>
                  <a:avLst/>
                  <a:gdLst>
                    <a:gd name="connsiteX0" fmla="*/ 107920 w 116087"/>
                    <a:gd name="connsiteY0" fmla="*/ 145 h 429430"/>
                    <a:gd name="connsiteX1" fmla="*/ 58044 w 116087"/>
                    <a:gd name="connsiteY1" fmla="*/ 5372 h 429430"/>
                    <a:gd name="connsiteX2" fmla="*/ 8168 w 116087"/>
                    <a:gd name="connsiteY2" fmla="*/ 145 h 429430"/>
                    <a:gd name="connsiteX3" fmla="*/ 0 w 116087"/>
                    <a:gd name="connsiteY3" fmla="*/ 6679 h 429430"/>
                    <a:gd name="connsiteX4" fmla="*/ 0 w 116087"/>
                    <a:gd name="connsiteY4" fmla="*/ 422678 h 429430"/>
                    <a:gd name="connsiteX5" fmla="*/ 6752 w 116087"/>
                    <a:gd name="connsiteY5" fmla="*/ 429430 h 429430"/>
                    <a:gd name="connsiteX6" fmla="*/ 109336 w 116087"/>
                    <a:gd name="connsiteY6" fmla="*/ 429430 h 429430"/>
                    <a:gd name="connsiteX7" fmla="*/ 116088 w 116087"/>
                    <a:gd name="connsiteY7" fmla="*/ 422678 h 429430"/>
                    <a:gd name="connsiteX8" fmla="*/ 116088 w 116087"/>
                    <a:gd name="connsiteY8" fmla="*/ 6679 h 429430"/>
                    <a:gd name="connsiteX9" fmla="*/ 107920 w 116087"/>
                    <a:gd name="connsiteY9" fmla="*/ 145 h 429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6087" h="429430">
                      <a:moveTo>
                        <a:pt x="107920" y="145"/>
                      </a:moveTo>
                      <a:cubicBezTo>
                        <a:pt x="92130" y="3521"/>
                        <a:pt x="75359" y="5372"/>
                        <a:pt x="58044" y="5372"/>
                      </a:cubicBezTo>
                      <a:cubicBezTo>
                        <a:pt x="40729" y="5372"/>
                        <a:pt x="23849" y="3521"/>
                        <a:pt x="8168" y="145"/>
                      </a:cubicBezTo>
                      <a:cubicBezTo>
                        <a:pt x="4029" y="-726"/>
                        <a:pt x="0" y="2432"/>
                        <a:pt x="0" y="6679"/>
                      </a:cubicBezTo>
                      <a:lnTo>
                        <a:pt x="0" y="422678"/>
                      </a:lnTo>
                      <a:cubicBezTo>
                        <a:pt x="0" y="426381"/>
                        <a:pt x="3049" y="429430"/>
                        <a:pt x="6752" y="429430"/>
                      </a:cubicBezTo>
                      <a:lnTo>
                        <a:pt x="109336" y="429430"/>
                      </a:lnTo>
                      <a:cubicBezTo>
                        <a:pt x="113038" y="429430"/>
                        <a:pt x="116088" y="426381"/>
                        <a:pt x="116088" y="422678"/>
                      </a:cubicBezTo>
                      <a:lnTo>
                        <a:pt x="116088" y="6679"/>
                      </a:lnTo>
                      <a:cubicBezTo>
                        <a:pt x="116088" y="2432"/>
                        <a:pt x="112167" y="-726"/>
                        <a:pt x="107920" y="14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0FC43B2-FEE1-CFED-F05E-DD5130A10462}"/>
                    </a:ext>
                  </a:extLst>
                </p:cNvPr>
                <p:cNvSpPr/>
                <p:nvPr/>
              </p:nvSpPr>
              <p:spPr>
                <a:xfrm>
                  <a:off x="10822268" y="5293993"/>
                  <a:ext cx="369825" cy="562143"/>
                </a:xfrm>
                <a:custGeom>
                  <a:avLst/>
                  <a:gdLst>
                    <a:gd name="connsiteX0" fmla="*/ 362965 w 369825"/>
                    <a:gd name="connsiteY0" fmla="*/ 459559 h 562143"/>
                    <a:gd name="connsiteX1" fmla="*/ 128393 w 369825"/>
                    <a:gd name="connsiteY1" fmla="*/ 459559 h 562143"/>
                    <a:gd name="connsiteX2" fmla="*/ 126106 w 369825"/>
                    <a:gd name="connsiteY2" fmla="*/ 457272 h 562143"/>
                    <a:gd name="connsiteX3" fmla="*/ 126106 w 369825"/>
                    <a:gd name="connsiteY3" fmla="*/ 335086 h 562143"/>
                    <a:gd name="connsiteX4" fmla="*/ 128393 w 369825"/>
                    <a:gd name="connsiteY4" fmla="*/ 332799 h 562143"/>
                    <a:gd name="connsiteX5" fmla="*/ 319840 w 369825"/>
                    <a:gd name="connsiteY5" fmla="*/ 332799 h 562143"/>
                    <a:gd name="connsiteX6" fmla="*/ 326592 w 369825"/>
                    <a:gd name="connsiteY6" fmla="*/ 326047 h 562143"/>
                    <a:gd name="connsiteX7" fmla="*/ 326592 w 369825"/>
                    <a:gd name="connsiteY7" fmla="*/ 236531 h 562143"/>
                    <a:gd name="connsiteX8" fmla="*/ 319840 w 369825"/>
                    <a:gd name="connsiteY8" fmla="*/ 229780 h 562143"/>
                    <a:gd name="connsiteX9" fmla="*/ 128393 w 369825"/>
                    <a:gd name="connsiteY9" fmla="*/ 229780 h 562143"/>
                    <a:gd name="connsiteX10" fmla="*/ 126106 w 369825"/>
                    <a:gd name="connsiteY10" fmla="*/ 227493 h 562143"/>
                    <a:gd name="connsiteX11" fmla="*/ 126106 w 369825"/>
                    <a:gd name="connsiteY11" fmla="*/ 105307 h 562143"/>
                    <a:gd name="connsiteX12" fmla="*/ 128393 w 369825"/>
                    <a:gd name="connsiteY12" fmla="*/ 103020 h 562143"/>
                    <a:gd name="connsiteX13" fmla="*/ 362965 w 369825"/>
                    <a:gd name="connsiteY13" fmla="*/ 103020 h 562143"/>
                    <a:gd name="connsiteX14" fmla="*/ 369716 w 369825"/>
                    <a:gd name="connsiteY14" fmla="*/ 96268 h 562143"/>
                    <a:gd name="connsiteX15" fmla="*/ 369716 w 369825"/>
                    <a:gd name="connsiteY15" fmla="*/ 6752 h 562143"/>
                    <a:gd name="connsiteX16" fmla="*/ 362965 w 369825"/>
                    <a:gd name="connsiteY16" fmla="*/ 0 h 562143"/>
                    <a:gd name="connsiteX17" fmla="*/ 6752 w 369825"/>
                    <a:gd name="connsiteY17" fmla="*/ 0 h 562143"/>
                    <a:gd name="connsiteX18" fmla="*/ 0 w 369825"/>
                    <a:gd name="connsiteY18" fmla="*/ 6752 h 562143"/>
                    <a:gd name="connsiteX19" fmla="*/ 0 w 369825"/>
                    <a:gd name="connsiteY19" fmla="*/ 555391 h 562143"/>
                    <a:gd name="connsiteX20" fmla="*/ 6752 w 369825"/>
                    <a:gd name="connsiteY20" fmla="*/ 562143 h 562143"/>
                    <a:gd name="connsiteX21" fmla="*/ 363074 w 369825"/>
                    <a:gd name="connsiteY21" fmla="*/ 562143 h 562143"/>
                    <a:gd name="connsiteX22" fmla="*/ 369825 w 369825"/>
                    <a:gd name="connsiteY22" fmla="*/ 555391 h 562143"/>
                    <a:gd name="connsiteX23" fmla="*/ 369825 w 369825"/>
                    <a:gd name="connsiteY23" fmla="*/ 465875 h 562143"/>
                    <a:gd name="connsiteX24" fmla="*/ 363074 w 369825"/>
                    <a:gd name="connsiteY24" fmla="*/ 459124 h 562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69825" h="562143">
                      <a:moveTo>
                        <a:pt x="362965" y="459559"/>
                      </a:moveTo>
                      <a:lnTo>
                        <a:pt x="128393" y="459559"/>
                      </a:lnTo>
                      <a:cubicBezTo>
                        <a:pt x="127196" y="459559"/>
                        <a:pt x="126106" y="458579"/>
                        <a:pt x="126106" y="457272"/>
                      </a:cubicBezTo>
                      <a:lnTo>
                        <a:pt x="126106" y="335086"/>
                      </a:lnTo>
                      <a:cubicBezTo>
                        <a:pt x="126106" y="333888"/>
                        <a:pt x="127087" y="332799"/>
                        <a:pt x="128393" y="332799"/>
                      </a:cubicBezTo>
                      <a:lnTo>
                        <a:pt x="319840" y="332799"/>
                      </a:lnTo>
                      <a:cubicBezTo>
                        <a:pt x="323543" y="332799"/>
                        <a:pt x="326592" y="329750"/>
                        <a:pt x="326592" y="326047"/>
                      </a:cubicBezTo>
                      <a:lnTo>
                        <a:pt x="326592" y="236531"/>
                      </a:lnTo>
                      <a:cubicBezTo>
                        <a:pt x="326592" y="232829"/>
                        <a:pt x="323543" y="229780"/>
                        <a:pt x="319840" y="229780"/>
                      </a:cubicBezTo>
                      <a:lnTo>
                        <a:pt x="128393" y="229780"/>
                      </a:lnTo>
                      <a:cubicBezTo>
                        <a:pt x="127196" y="229780"/>
                        <a:pt x="126106" y="228799"/>
                        <a:pt x="126106" y="227493"/>
                      </a:cubicBezTo>
                      <a:lnTo>
                        <a:pt x="126106" y="105307"/>
                      </a:lnTo>
                      <a:cubicBezTo>
                        <a:pt x="126106" y="104109"/>
                        <a:pt x="127087" y="103020"/>
                        <a:pt x="128393" y="103020"/>
                      </a:cubicBezTo>
                      <a:lnTo>
                        <a:pt x="362965" y="103020"/>
                      </a:lnTo>
                      <a:cubicBezTo>
                        <a:pt x="366667" y="103020"/>
                        <a:pt x="369716" y="99970"/>
                        <a:pt x="369716" y="96268"/>
                      </a:cubicBezTo>
                      <a:lnTo>
                        <a:pt x="369716" y="6752"/>
                      </a:lnTo>
                      <a:cubicBezTo>
                        <a:pt x="369716" y="3049"/>
                        <a:pt x="366667" y="0"/>
                        <a:pt x="362965" y="0"/>
                      </a:cubicBezTo>
                      <a:lnTo>
                        <a:pt x="6752" y="0"/>
                      </a:lnTo>
                      <a:cubicBezTo>
                        <a:pt x="3049" y="0"/>
                        <a:pt x="0" y="3049"/>
                        <a:pt x="0" y="6752"/>
                      </a:cubicBezTo>
                      <a:lnTo>
                        <a:pt x="0" y="555391"/>
                      </a:lnTo>
                      <a:cubicBezTo>
                        <a:pt x="0" y="559094"/>
                        <a:pt x="3049" y="562143"/>
                        <a:pt x="6752" y="562143"/>
                      </a:cubicBezTo>
                      <a:lnTo>
                        <a:pt x="363074" y="562143"/>
                      </a:lnTo>
                      <a:cubicBezTo>
                        <a:pt x="366776" y="562143"/>
                        <a:pt x="369825" y="559094"/>
                        <a:pt x="369825" y="555391"/>
                      </a:cubicBezTo>
                      <a:lnTo>
                        <a:pt x="369825" y="465875"/>
                      </a:lnTo>
                      <a:cubicBezTo>
                        <a:pt x="369825" y="462173"/>
                        <a:pt x="366776" y="459124"/>
                        <a:pt x="363074" y="4591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5281CB3-5FC2-97F9-AE7E-9609BC86F579}"/>
                    </a:ext>
                  </a:extLst>
                </p:cNvPr>
                <p:cNvSpPr/>
                <p:nvPr/>
              </p:nvSpPr>
              <p:spPr>
                <a:xfrm>
                  <a:off x="10267748" y="5281688"/>
                  <a:ext cx="482977" cy="587408"/>
                </a:xfrm>
                <a:custGeom>
                  <a:avLst/>
                  <a:gdLst>
                    <a:gd name="connsiteX0" fmla="*/ 476112 w 482977"/>
                    <a:gd name="connsiteY0" fmla="*/ 366558 h 587408"/>
                    <a:gd name="connsiteX1" fmla="*/ 356975 w 482977"/>
                    <a:gd name="connsiteY1" fmla="*/ 366558 h 587408"/>
                    <a:gd name="connsiteX2" fmla="*/ 350332 w 482977"/>
                    <a:gd name="connsiteY2" fmla="*/ 372003 h 587408"/>
                    <a:gd name="connsiteX3" fmla="*/ 319187 w 482977"/>
                    <a:gd name="connsiteY3" fmla="*/ 444531 h 587408"/>
                    <a:gd name="connsiteX4" fmla="*/ 246332 w 482977"/>
                    <a:gd name="connsiteY4" fmla="*/ 475023 h 587408"/>
                    <a:gd name="connsiteX5" fmla="*/ 184041 w 482977"/>
                    <a:gd name="connsiteY5" fmla="*/ 452807 h 587408"/>
                    <a:gd name="connsiteX6" fmla="*/ 143857 w 482977"/>
                    <a:gd name="connsiteY6" fmla="*/ 390299 h 587408"/>
                    <a:gd name="connsiteX7" fmla="*/ 129700 w 482977"/>
                    <a:gd name="connsiteY7" fmla="*/ 294466 h 587408"/>
                    <a:gd name="connsiteX8" fmla="*/ 143095 w 482977"/>
                    <a:gd name="connsiteY8" fmla="*/ 199505 h 587408"/>
                    <a:gd name="connsiteX9" fmla="*/ 182952 w 482977"/>
                    <a:gd name="connsiteY9" fmla="*/ 135363 h 587408"/>
                    <a:gd name="connsiteX10" fmla="*/ 247095 w 482977"/>
                    <a:gd name="connsiteY10" fmla="*/ 112385 h 587408"/>
                    <a:gd name="connsiteX11" fmla="*/ 316682 w 482977"/>
                    <a:gd name="connsiteY11" fmla="*/ 140917 h 587408"/>
                    <a:gd name="connsiteX12" fmla="*/ 349243 w 482977"/>
                    <a:gd name="connsiteY12" fmla="*/ 207891 h 587408"/>
                    <a:gd name="connsiteX13" fmla="*/ 355777 w 482977"/>
                    <a:gd name="connsiteY13" fmla="*/ 213118 h 587408"/>
                    <a:gd name="connsiteX14" fmla="*/ 474478 w 482977"/>
                    <a:gd name="connsiteY14" fmla="*/ 213118 h 587408"/>
                    <a:gd name="connsiteX15" fmla="*/ 481121 w 482977"/>
                    <a:gd name="connsiteY15" fmla="*/ 205168 h 587408"/>
                    <a:gd name="connsiteX16" fmla="*/ 408485 w 482977"/>
                    <a:gd name="connsiteY16" fmla="*/ 55430 h 587408"/>
                    <a:gd name="connsiteX17" fmla="*/ 247204 w 482977"/>
                    <a:gd name="connsiteY17" fmla="*/ 0 h 587408"/>
                    <a:gd name="connsiteX18" fmla="*/ 115979 w 482977"/>
                    <a:gd name="connsiteY18" fmla="*/ 36373 h 587408"/>
                    <a:gd name="connsiteX19" fmla="*/ 30056 w 482977"/>
                    <a:gd name="connsiteY19" fmla="*/ 138848 h 587408"/>
                    <a:gd name="connsiteX20" fmla="*/ 0 w 482977"/>
                    <a:gd name="connsiteY20" fmla="*/ 294466 h 587408"/>
                    <a:gd name="connsiteX21" fmla="*/ 31581 w 482977"/>
                    <a:gd name="connsiteY21" fmla="*/ 452372 h 587408"/>
                    <a:gd name="connsiteX22" fmla="*/ 118592 w 482977"/>
                    <a:gd name="connsiteY22" fmla="*/ 552560 h 587408"/>
                    <a:gd name="connsiteX23" fmla="*/ 245134 w 482977"/>
                    <a:gd name="connsiteY23" fmla="*/ 587408 h 587408"/>
                    <a:gd name="connsiteX24" fmla="*/ 363291 w 482977"/>
                    <a:gd name="connsiteY24" fmla="*/ 561272 h 587408"/>
                    <a:gd name="connsiteX25" fmla="*/ 443006 w 482977"/>
                    <a:gd name="connsiteY25" fmla="*/ 485695 h 587408"/>
                    <a:gd name="connsiteX26" fmla="*/ 482864 w 482977"/>
                    <a:gd name="connsiteY26" fmla="*/ 374399 h 587408"/>
                    <a:gd name="connsiteX27" fmla="*/ 476221 w 482977"/>
                    <a:gd name="connsiteY27" fmla="*/ 366449 h 587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82977" h="587408">
                      <a:moveTo>
                        <a:pt x="476112" y="366558"/>
                      </a:moveTo>
                      <a:lnTo>
                        <a:pt x="356975" y="366558"/>
                      </a:lnTo>
                      <a:cubicBezTo>
                        <a:pt x="353708" y="366558"/>
                        <a:pt x="350986" y="368845"/>
                        <a:pt x="350332" y="372003"/>
                      </a:cubicBezTo>
                      <a:cubicBezTo>
                        <a:pt x="344778" y="402387"/>
                        <a:pt x="334433" y="426562"/>
                        <a:pt x="319187" y="444531"/>
                      </a:cubicBezTo>
                      <a:cubicBezTo>
                        <a:pt x="301980" y="464895"/>
                        <a:pt x="277696" y="475023"/>
                        <a:pt x="246332" y="475023"/>
                      </a:cubicBezTo>
                      <a:cubicBezTo>
                        <a:pt x="222156" y="475023"/>
                        <a:pt x="201357" y="467618"/>
                        <a:pt x="184041" y="452807"/>
                      </a:cubicBezTo>
                      <a:cubicBezTo>
                        <a:pt x="166617" y="437997"/>
                        <a:pt x="153223" y="417197"/>
                        <a:pt x="143857" y="390299"/>
                      </a:cubicBezTo>
                      <a:cubicBezTo>
                        <a:pt x="134383" y="363400"/>
                        <a:pt x="129700" y="331492"/>
                        <a:pt x="129700" y="294466"/>
                      </a:cubicBezTo>
                      <a:cubicBezTo>
                        <a:pt x="129700" y="258529"/>
                        <a:pt x="134165" y="226948"/>
                        <a:pt x="143095" y="199505"/>
                      </a:cubicBezTo>
                      <a:cubicBezTo>
                        <a:pt x="152025" y="172062"/>
                        <a:pt x="165311" y="150718"/>
                        <a:pt x="182952" y="135363"/>
                      </a:cubicBezTo>
                      <a:cubicBezTo>
                        <a:pt x="200594" y="120008"/>
                        <a:pt x="221939" y="112385"/>
                        <a:pt x="247095" y="112385"/>
                      </a:cubicBezTo>
                      <a:cubicBezTo>
                        <a:pt x="275627" y="112385"/>
                        <a:pt x="298822" y="121859"/>
                        <a:pt x="316682" y="140917"/>
                      </a:cubicBezTo>
                      <a:cubicBezTo>
                        <a:pt x="332364" y="157579"/>
                        <a:pt x="343145" y="179903"/>
                        <a:pt x="349243" y="207891"/>
                      </a:cubicBezTo>
                      <a:cubicBezTo>
                        <a:pt x="349897" y="210940"/>
                        <a:pt x="352619" y="213118"/>
                        <a:pt x="355777" y="213118"/>
                      </a:cubicBezTo>
                      <a:lnTo>
                        <a:pt x="474478" y="213118"/>
                      </a:lnTo>
                      <a:cubicBezTo>
                        <a:pt x="478726" y="213118"/>
                        <a:pt x="481884" y="209306"/>
                        <a:pt x="481121" y="205168"/>
                      </a:cubicBezTo>
                      <a:cubicBezTo>
                        <a:pt x="469360" y="140590"/>
                        <a:pt x="445075" y="90714"/>
                        <a:pt x="408485" y="55430"/>
                      </a:cubicBezTo>
                      <a:cubicBezTo>
                        <a:pt x="370043" y="18513"/>
                        <a:pt x="316246" y="0"/>
                        <a:pt x="247204" y="0"/>
                      </a:cubicBezTo>
                      <a:cubicBezTo>
                        <a:pt x="196892" y="0"/>
                        <a:pt x="153223" y="12197"/>
                        <a:pt x="115979" y="36373"/>
                      </a:cubicBezTo>
                      <a:cubicBezTo>
                        <a:pt x="78735" y="60657"/>
                        <a:pt x="50094" y="94852"/>
                        <a:pt x="30056" y="138848"/>
                      </a:cubicBezTo>
                      <a:cubicBezTo>
                        <a:pt x="10019" y="182952"/>
                        <a:pt x="0" y="234789"/>
                        <a:pt x="0" y="294466"/>
                      </a:cubicBezTo>
                      <a:cubicBezTo>
                        <a:pt x="0" y="354144"/>
                        <a:pt x="10563" y="408812"/>
                        <a:pt x="31581" y="452372"/>
                      </a:cubicBezTo>
                      <a:cubicBezTo>
                        <a:pt x="52599" y="495932"/>
                        <a:pt x="81566" y="529255"/>
                        <a:pt x="118592" y="552560"/>
                      </a:cubicBezTo>
                      <a:cubicBezTo>
                        <a:pt x="155510" y="575756"/>
                        <a:pt x="197763" y="587408"/>
                        <a:pt x="245134" y="587408"/>
                      </a:cubicBezTo>
                      <a:cubicBezTo>
                        <a:pt x="291090" y="587408"/>
                        <a:pt x="330403" y="578696"/>
                        <a:pt x="363291" y="561272"/>
                      </a:cubicBezTo>
                      <a:cubicBezTo>
                        <a:pt x="396179" y="543848"/>
                        <a:pt x="422751" y="518692"/>
                        <a:pt x="443006" y="485695"/>
                      </a:cubicBezTo>
                      <a:cubicBezTo>
                        <a:pt x="462064" y="454768"/>
                        <a:pt x="475350" y="417633"/>
                        <a:pt x="482864" y="374399"/>
                      </a:cubicBezTo>
                      <a:cubicBezTo>
                        <a:pt x="483626" y="370261"/>
                        <a:pt x="480468" y="366449"/>
                        <a:pt x="476221" y="36644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</p:grpSp>
        </p:grpSp>
        <p:grpSp>
          <p:nvGrpSpPr>
            <p:cNvPr id="31" name="Graphic 4">
              <a:extLst>
                <a:ext uri="{FF2B5EF4-FFF2-40B4-BE49-F238E27FC236}">
                  <a16:creationId xmlns:a16="http://schemas.microsoft.com/office/drawing/2014/main" id="{DFF1693C-125E-4F92-E245-C73046D33DA9}"/>
                </a:ext>
              </a:extLst>
            </p:cNvPr>
            <p:cNvGrpSpPr/>
            <p:nvPr/>
          </p:nvGrpSpPr>
          <p:grpSpPr>
            <a:xfrm>
              <a:off x="10401695" y="5951315"/>
              <a:ext cx="788873" cy="205712"/>
              <a:chOff x="10401695" y="5951315"/>
              <a:chExt cx="788873" cy="205712"/>
            </a:xfrm>
            <a:solidFill>
              <a:schemeClr val="bg1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74BA9DB-592B-4C0C-AAB3-EF69F76D9D08}"/>
                  </a:ext>
                </a:extLst>
              </p:cNvPr>
              <p:cNvSpPr/>
              <p:nvPr/>
            </p:nvSpPr>
            <p:spPr>
              <a:xfrm>
                <a:off x="10401695" y="6003370"/>
                <a:ext cx="248401" cy="151589"/>
              </a:xfrm>
              <a:custGeom>
                <a:avLst/>
                <a:gdLst>
                  <a:gd name="connsiteX0" fmla="*/ 47698 w 248401"/>
                  <a:gd name="connsiteY0" fmla="*/ 151589 h 151589"/>
                  <a:gd name="connsiteX1" fmla="*/ 0 w 248401"/>
                  <a:gd name="connsiteY1" fmla="*/ 0 h 151589"/>
                  <a:gd name="connsiteX2" fmla="*/ 43996 w 248401"/>
                  <a:gd name="connsiteY2" fmla="*/ 0 h 151589"/>
                  <a:gd name="connsiteX3" fmla="*/ 72201 w 248401"/>
                  <a:gd name="connsiteY3" fmla="*/ 105524 h 151589"/>
                  <a:gd name="connsiteX4" fmla="*/ 102149 w 248401"/>
                  <a:gd name="connsiteY4" fmla="*/ 0 h 151589"/>
                  <a:gd name="connsiteX5" fmla="*/ 147342 w 248401"/>
                  <a:gd name="connsiteY5" fmla="*/ 0 h 151589"/>
                  <a:gd name="connsiteX6" fmla="*/ 177290 w 248401"/>
                  <a:gd name="connsiteY6" fmla="*/ 105524 h 151589"/>
                  <a:gd name="connsiteX7" fmla="*/ 204950 w 248401"/>
                  <a:gd name="connsiteY7" fmla="*/ 0 h 151589"/>
                  <a:gd name="connsiteX8" fmla="*/ 248402 w 248401"/>
                  <a:gd name="connsiteY8" fmla="*/ 0 h 151589"/>
                  <a:gd name="connsiteX9" fmla="*/ 200703 w 248401"/>
                  <a:gd name="connsiteY9" fmla="*/ 151589 h 151589"/>
                  <a:gd name="connsiteX10" fmla="*/ 154421 w 248401"/>
                  <a:gd name="connsiteY10" fmla="*/ 151589 h 151589"/>
                  <a:gd name="connsiteX11" fmla="*/ 124255 w 248401"/>
                  <a:gd name="connsiteY11" fmla="*/ 49223 h 151589"/>
                  <a:gd name="connsiteX12" fmla="*/ 94308 w 248401"/>
                  <a:gd name="connsiteY12" fmla="*/ 151589 h 151589"/>
                  <a:gd name="connsiteX13" fmla="*/ 48025 w 248401"/>
                  <a:gd name="connsiteY13" fmla="*/ 151589 h 151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8401" h="151589">
                    <a:moveTo>
                      <a:pt x="47698" y="151589"/>
                    </a:moveTo>
                    <a:lnTo>
                      <a:pt x="0" y="0"/>
                    </a:lnTo>
                    <a:lnTo>
                      <a:pt x="43996" y="0"/>
                    </a:lnTo>
                    <a:lnTo>
                      <a:pt x="72201" y="105524"/>
                    </a:lnTo>
                    <a:lnTo>
                      <a:pt x="102149" y="0"/>
                    </a:lnTo>
                    <a:lnTo>
                      <a:pt x="147342" y="0"/>
                    </a:lnTo>
                    <a:lnTo>
                      <a:pt x="177290" y="105524"/>
                    </a:lnTo>
                    <a:lnTo>
                      <a:pt x="204950" y="0"/>
                    </a:lnTo>
                    <a:lnTo>
                      <a:pt x="248402" y="0"/>
                    </a:lnTo>
                    <a:lnTo>
                      <a:pt x="200703" y="151589"/>
                    </a:lnTo>
                    <a:lnTo>
                      <a:pt x="154421" y="151589"/>
                    </a:lnTo>
                    <a:lnTo>
                      <a:pt x="124255" y="49223"/>
                    </a:lnTo>
                    <a:lnTo>
                      <a:pt x="94308" y="151589"/>
                    </a:lnTo>
                    <a:lnTo>
                      <a:pt x="48025" y="151589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1281128-AD80-6536-3BDE-FA04DE2A9478}"/>
                  </a:ext>
                </a:extLst>
              </p:cNvPr>
              <p:cNvSpPr/>
              <p:nvPr/>
            </p:nvSpPr>
            <p:spPr>
              <a:xfrm>
                <a:off x="10665125" y="6000756"/>
                <a:ext cx="152133" cy="156271"/>
              </a:xfrm>
              <a:custGeom>
                <a:avLst/>
                <a:gdLst>
                  <a:gd name="connsiteX0" fmla="*/ 76557 w 152133"/>
                  <a:gd name="connsiteY0" fmla="*/ 156272 h 156271"/>
                  <a:gd name="connsiteX1" fmla="*/ 36264 w 152133"/>
                  <a:gd name="connsiteY1" fmla="*/ 146907 h 156271"/>
                  <a:gd name="connsiteX2" fmla="*/ 9474 w 152133"/>
                  <a:gd name="connsiteY2" fmla="*/ 120117 h 156271"/>
                  <a:gd name="connsiteX3" fmla="*/ 0 w 152133"/>
                  <a:gd name="connsiteY3" fmla="*/ 78844 h 156271"/>
                  <a:gd name="connsiteX4" fmla="*/ 9583 w 152133"/>
                  <a:gd name="connsiteY4" fmla="*/ 36699 h 156271"/>
                  <a:gd name="connsiteX5" fmla="*/ 36482 w 152133"/>
                  <a:gd name="connsiteY5" fmla="*/ 9474 h 156271"/>
                  <a:gd name="connsiteX6" fmla="*/ 76230 w 152133"/>
                  <a:gd name="connsiteY6" fmla="*/ 0 h 156271"/>
                  <a:gd name="connsiteX7" fmla="*/ 116197 w 152133"/>
                  <a:gd name="connsiteY7" fmla="*/ 9801 h 156271"/>
                  <a:gd name="connsiteX8" fmla="*/ 142659 w 152133"/>
                  <a:gd name="connsiteY8" fmla="*/ 37135 h 156271"/>
                  <a:gd name="connsiteX9" fmla="*/ 152134 w 152133"/>
                  <a:gd name="connsiteY9" fmla="*/ 79171 h 156271"/>
                  <a:gd name="connsiteX10" fmla="*/ 142768 w 152133"/>
                  <a:gd name="connsiteY10" fmla="*/ 120444 h 156271"/>
                  <a:gd name="connsiteX11" fmla="*/ 116632 w 152133"/>
                  <a:gd name="connsiteY11" fmla="*/ 147015 h 156271"/>
                  <a:gd name="connsiteX12" fmla="*/ 76557 w 152133"/>
                  <a:gd name="connsiteY12" fmla="*/ 156272 h 156271"/>
                  <a:gd name="connsiteX13" fmla="*/ 76012 w 152133"/>
                  <a:gd name="connsiteY13" fmla="*/ 119464 h 156271"/>
                  <a:gd name="connsiteX14" fmla="*/ 97248 w 152133"/>
                  <a:gd name="connsiteY14" fmla="*/ 113692 h 156271"/>
                  <a:gd name="connsiteX15" fmla="*/ 108900 w 152133"/>
                  <a:gd name="connsiteY15" fmla="*/ 98555 h 156271"/>
                  <a:gd name="connsiteX16" fmla="*/ 112494 w 152133"/>
                  <a:gd name="connsiteY16" fmla="*/ 78844 h 156271"/>
                  <a:gd name="connsiteX17" fmla="*/ 108900 w 152133"/>
                  <a:gd name="connsiteY17" fmla="*/ 59024 h 156271"/>
                  <a:gd name="connsiteX18" fmla="*/ 97357 w 152133"/>
                  <a:gd name="connsiteY18" fmla="*/ 43342 h 156271"/>
                  <a:gd name="connsiteX19" fmla="*/ 75903 w 152133"/>
                  <a:gd name="connsiteY19" fmla="*/ 37135 h 156271"/>
                  <a:gd name="connsiteX20" fmla="*/ 54886 w 152133"/>
                  <a:gd name="connsiteY20" fmla="*/ 43342 h 156271"/>
                  <a:gd name="connsiteX21" fmla="*/ 43233 w 152133"/>
                  <a:gd name="connsiteY21" fmla="*/ 59024 h 156271"/>
                  <a:gd name="connsiteX22" fmla="*/ 39640 w 152133"/>
                  <a:gd name="connsiteY22" fmla="*/ 78844 h 156271"/>
                  <a:gd name="connsiteX23" fmla="*/ 43233 w 152133"/>
                  <a:gd name="connsiteY23" fmla="*/ 98664 h 156271"/>
                  <a:gd name="connsiteX24" fmla="*/ 54886 w 152133"/>
                  <a:gd name="connsiteY24" fmla="*/ 113583 h 156271"/>
                  <a:gd name="connsiteX25" fmla="*/ 75903 w 152133"/>
                  <a:gd name="connsiteY25" fmla="*/ 119355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2133" h="156271">
                    <a:moveTo>
                      <a:pt x="76557" y="156272"/>
                    </a:moveTo>
                    <a:cubicBezTo>
                      <a:pt x="61202" y="156272"/>
                      <a:pt x="47807" y="153114"/>
                      <a:pt x="36264" y="146907"/>
                    </a:cubicBezTo>
                    <a:cubicBezTo>
                      <a:pt x="24720" y="140699"/>
                      <a:pt x="15791" y="131769"/>
                      <a:pt x="9474" y="120117"/>
                    </a:cubicBezTo>
                    <a:cubicBezTo>
                      <a:pt x="3158" y="108574"/>
                      <a:pt x="0" y="94743"/>
                      <a:pt x="0" y="78844"/>
                    </a:cubicBezTo>
                    <a:cubicBezTo>
                      <a:pt x="0" y="62944"/>
                      <a:pt x="3158" y="48461"/>
                      <a:pt x="9583" y="36699"/>
                    </a:cubicBezTo>
                    <a:cubicBezTo>
                      <a:pt x="16008" y="24938"/>
                      <a:pt x="24938" y="15791"/>
                      <a:pt x="36482" y="9474"/>
                    </a:cubicBezTo>
                    <a:cubicBezTo>
                      <a:pt x="48025" y="3158"/>
                      <a:pt x="61202" y="0"/>
                      <a:pt x="76230" y="0"/>
                    </a:cubicBezTo>
                    <a:cubicBezTo>
                      <a:pt x="91258" y="0"/>
                      <a:pt x="104871" y="3267"/>
                      <a:pt x="116197" y="9801"/>
                    </a:cubicBezTo>
                    <a:cubicBezTo>
                      <a:pt x="127522" y="16335"/>
                      <a:pt x="136343" y="25483"/>
                      <a:pt x="142659" y="37135"/>
                    </a:cubicBezTo>
                    <a:cubicBezTo>
                      <a:pt x="148976" y="48787"/>
                      <a:pt x="152134" y="62836"/>
                      <a:pt x="152134" y="79171"/>
                    </a:cubicBezTo>
                    <a:cubicBezTo>
                      <a:pt x="152134" y="95506"/>
                      <a:pt x="148976" y="108900"/>
                      <a:pt x="142768" y="120444"/>
                    </a:cubicBezTo>
                    <a:cubicBezTo>
                      <a:pt x="136561" y="132096"/>
                      <a:pt x="127849" y="140917"/>
                      <a:pt x="116632" y="147015"/>
                    </a:cubicBezTo>
                    <a:cubicBezTo>
                      <a:pt x="105415" y="153114"/>
                      <a:pt x="92021" y="156272"/>
                      <a:pt x="76557" y="156272"/>
                    </a:cubicBezTo>
                    <a:close/>
                    <a:moveTo>
                      <a:pt x="76012" y="119464"/>
                    </a:moveTo>
                    <a:cubicBezTo>
                      <a:pt x="84833" y="119464"/>
                      <a:pt x="91912" y="117503"/>
                      <a:pt x="97248" y="113692"/>
                    </a:cubicBezTo>
                    <a:cubicBezTo>
                      <a:pt x="102584" y="109880"/>
                      <a:pt x="106504" y="104871"/>
                      <a:pt x="108900" y="98555"/>
                    </a:cubicBezTo>
                    <a:cubicBezTo>
                      <a:pt x="111296" y="92347"/>
                      <a:pt x="112494" y="85705"/>
                      <a:pt x="112494" y="78844"/>
                    </a:cubicBezTo>
                    <a:cubicBezTo>
                      <a:pt x="112494" y="71983"/>
                      <a:pt x="111296" y="65340"/>
                      <a:pt x="108900" y="59024"/>
                    </a:cubicBezTo>
                    <a:cubicBezTo>
                      <a:pt x="106504" y="52708"/>
                      <a:pt x="102693" y="47481"/>
                      <a:pt x="97357" y="43342"/>
                    </a:cubicBezTo>
                    <a:cubicBezTo>
                      <a:pt x="92130" y="39204"/>
                      <a:pt x="84942" y="37135"/>
                      <a:pt x="75903" y="37135"/>
                    </a:cubicBezTo>
                    <a:cubicBezTo>
                      <a:pt x="66865" y="37135"/>
                      <a:pt x="60222" y="39204"/>
                      <a:pt x="54886" y="43342"/>
                    </a:cubicBezTo>
                    <a:cubicBezTo>
                      <a:pt x="49550" y="47481"/>
                      <a:pt x="45629" y="52708"/>
                      <a:pt x="43233" y="59024"/>
                    </a:cubicBezTo>
                    <a:cubicBezTo>
                      <a:pt x="40838" y="65340"/>
                      <a:pt x="39640" y="71983"/>
                      <a:pt x="39640" y="78844"/>
                    </a:cubicBezTo>
                    <a:cubicBezTo>
                      <a:pt x="39640" y="85705"/>
                      <a:pt x="40838" y="92565"/>
                      <a:pt x="43233" y="98664"/>
                    </a:cubicBezTo>
                    <a:cubicBezTo>
                      <a:pt x="45629" y="104762"/>
                      <a:pt x="49550" y="109771"/>
                      <a:pt x="54886" y="113583"/>
                    </a:cubicBezTo>
                    <a:cubicBezTo>
                      <a:pt x="60222" y="117394"/>
                      <a:pt x="67300" y="119355"/>
                      <a:pt x="75903" y="119355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BED7CFC-B0F5-5E25-20E0-61418D3B6020}"/>
                  </a:ext>
                </a:extLst>
              </p:cNvPr>
              <p:cNvSpPr/>
              <p:nvPr/>
            </p:nvSpPr>
            <p:spPr>
              <a:xfrm>
                <a:off x="10847751" y="6000756"/>
                <a:ext cx="94089" cy="154202"/>
              </a:xfrm>
              <a:custGeom>
                <a:avLst/>
                <a:gdLst>
                  <a:gd name="connsiteX0" fmla="*/ 109 w 94089"/>
                  <a:gd name="connsiteY0" fmla="*/ 154203 h 154202"/>
                  <a:gd name="connsiteX1" fmla="*/ 109 w 94089"/>
                  <a:gd name="connsiteY1" fmla="*/ 2614 h 154202"/>
                  <a:gd name="connsiteX2" fmla="*/ 36373 w 94089"/>
                  <a:gd name="connsiteY2" fmla="*/ 2614 h 154202"/>
                  <a:gd name="connsiteX3" fmla="*/ 38986 w 94089"/>
                  <a:gd name="connsiteY3" fmla="*/ 20691 h 154202"/>
                  <a:gd name="connsiteX4" fmla="*/ 51945 w 94089"/>
                  <a:gd name="connsiteY4" fmla="*/ 7623 h 154202"/>
                  <a:gd name="connsiteX5" fmla="*/ 66865 w 94089"/>
                  <a:gd name="connsiteY5" fmla="*/ 1525 h 154202"/>
                  <a:gd name="connsiteX6" fmla="*/ 82655 w 94089"/>
                  <a:gd name="connsiteY6" fmla="*/ 0 h 154202"/>
                  <a:gd name="connsiteX7" fmla="*/ 89516 w 94089"/>
                  <a:gd name="connsiteY7" fmla="*/ 109 h 154202"/>
                  <a:gd name="connsiteX8" fmla="*/ 94090 w 94089"/>
                  <a:gd name="connsiteY8" fmla="*/ 218 h 154202"/>
                  <a:gd name="connsiteX9" fmla="*/ 94090 w 94089"/>
                  <a:gd name="connsiteY9" fmla="*/ 39095 h 154202"/>
                  <a:gd name="connsiteX10" fmla="*/ 84615 w 94089"/>
                  <a:gd name="connsiteY10" fmla="*/ 39095 h 154202"/>
                  <a:gd name="connsiteX11" fmla="*/ 60984 w 94089"/>
                  <a:gd name="connsiteY11" fmla="*/ 43669 h 154202"/>
                  <a:gd name="connsiteX12" fmla="*/ 45629 w 94089"/>
                  <a:gd name="connsiteY12" fmla="*/ 58044 h 154202"/>
                  <a:gd name="connsiteX13" fmla="*/ 40293 w 94089"/>
                  <a:gd name="connsiteY13" fmla="*/ 83091 h 154202"/>
                  <a:gd name="connsiteX14" fmla="*/ 40293 w 94089"/>
                  <a:gd name="connsiteY14" fmla="*/ 154094 h 154202"/>
                  <a:gd name="connsiteX15" fmla="*/ 0 w 94089"/>
                  <a:gd name="connsiteY15" fmla="*/ 154094 h 154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089" h="154202">
                    <a:moveTo>
                      <a:pt x="109" y="154203"/>
                    </a:moveTo>
                    <a:lnTo>
                      <a:pt x="109" y="2614"/>
                    </a:lnTo>
                    <a:lnTo>
                      <a:pt x="36373" y="2614"/>
                    </a:lnTo>
                    <a:lnTo>
                      <a:pt x="38986" y="20691"/>
                    </a:lnTo>
                    <a:cubicBezTo>
                      <a:pt x="42798" y="14919"/>
                      <a:pt x="47154" y="10563"/>
                      <a:pt x="51945" y="7623"/>
                    </a:cubicBezTo>
                    <a:cubicBezTo>
                      <a:pt x="56737" y="4683"/>
                      <a:pt x="61747" y="2614"/>
                      <a:pt x="66865" y="1525"/>
                    </a:cubicBezTo>
                    <a:cubicBezTo>
                      <a:pt x="71983" y="436"/>
                      <a:pt x="77319" y="0"/>
                      <a:pt x="82655" y="0"/>
                    </a:cubicBezTo>
                    <a:cubicBezTo>
                      <a:pt x="85160" y="0"/>
                      <a:pt x="87447" y="0"/>
                      <a:pt x="89516" y="109"/>
                    </a:cubicBezTo>
                    <a:cubicBezTo>
                      <a:pt x="91585" y="218"/>
                      <a:pt x="93110" y="218"/>
                      <a:pt x="94090" y="218"/>
                    </a:cubicBezTo>
                    <a:lnTo>
                      <a:pt x="94090" y="39095"/>
                    </a:lnTo>
                    <a:lnTo>
                      <a:pt x="84615" y="39095"/>
                    </a:lnTo>
                    <a:cubicBezTo>
                      <a:pt x="75577" y="39095"/>
                      <a:pt x="67736" y="40620"/>
                      <a:pt x="60984" y="43669"/>
                    </a:cubicBezTo>
                    <a:cubicBezTo>
                      <a:pt x="54232" y="46718"/>
                      <a:pt x="49114" y="51510"/>
                      <a:pt x="45629" y="58044"/>
                    </a:cubicBezTo>
                    <a:cubicBezTo>
                      <a:pt x="42036" y="64578"/>
                      <a:pt x="40293" y="72854"/>
                      <a:pt x="40293" y="83091"/>
                    </a:cubicBezTo>
                    <a:lnTo>
                      <a:pt x="40293" y="154094"/>
                    </a:lnTo>
                    <a:lnTo>
                      <a:pt x="0" y="15409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036587C-0ED3-81F7-3F8E-743A0B7807EC}"/>
                  </a:ext>
                </a:extLst>
              </p:cNvPr>
              <p:cNvSpPr/>
              <p:nvPr/>
            </p:nvSpPr>
            <p:spPr>
              <a:xfrm>
                <a:off x="10965472" y="5951315"/>
                <a:ext cx="40293" cy="203643"/>
              </a:xfrm>
              <a:custGeom>
                <a:avLst/>
                <a:gdLst>
                  <a:gd name="connsiteX0" fmla="*/ 0 w 40293"/>
                  <a:gd name="connsiteY0" fmla="*/ 203644 h 203643"/>
                  <a:gd name="connsiteX1" fmla="*/ 0 w 40293"/>
                  <a:gd name="connsiteY1" fmla="*/ 0 h 203643"/>
                  <a:gd name="connsiteX2" fmla="*/ 40293 w 40293"/>
                  <a:gd name="connsiteY2" fmla="*/ 0 h 203643"/>
                  <a:gd name="connsiteX3" fmla="*/ 40293 w 40293"/>
                  <a:gd name="connsiteY3" fmla="*/ 203644 h 203643"/>
                  <a:gd name="connsiteX4" fmla="*/ 0 w 40293"/>
                  <a:gd name="connsiteY4" fmla="*/ 203644 h 203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293" h="203643">
                    <a:moveTo>
                      <a:pt x="0" y="203644"/>
                    </a:moveTo>
                    <a:lnTo>
                      <a:pt x="0" y="0"/>
                    </a:lnTo>
                    <a:lnTo>
                      <a:pt x="40293" y="0"/>
                    </a:lnTo>
                    <a:lnTo>
                      <a:pt x="40293" y="203644"/>
                    </a:lnTo>
                    <a:lnTo>
                      <a:pt x="0" y="20364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4D04D09-585B-C451-336F-18D5FB3DCD6E}"/>
                  </a:ext>
                </a:extLst>
              </p:cNvPr>
              <p:cNvSpPr/>
              <p:nvPr/>
            </p:nvSpPr>
            <p:spPr>
              <a:xfrm>
                <a:off x="11036584" y="5951315"/>
                <a:ext cx="153984" cy="205712"/>
              </a:xfrm>
              <a:custGeom>
                <a:avLst/>
                <a:gdLst>
                  <a:gd name="connsiteX0" fmla="*/ 68172 w 153984"/>
                  <a:gd name="connsiteY0" fmla="*/ 205713 h 205712"/>
                  <a:gd name="connsiteX1" fmla="*/ 30056 w 153984"/>
                  <a:gd name="connsiteY1" fmla="*/ 195258 h 205712"/>
                  <a:gd name="connsiteX2" fmla="*/ 7514 w 153984"/>
                  <a:gd name="connsiteY2" fmla="*/ 167053 h 205712"/>
                  <a:gd name="connsiteX3" fmla="*/ 0 w 153984"/>
                  <a:gd name="connsiteY3" fmla="*/ 127740 h 205712"/>
                  <a:gd name="connsiteX4" fmla="*/ 8059 w 153984"/>
                  <a:gd name="connsiteY4" fmla="*/ 87338 h 205712"/>
                  <a:gd name="connsiteX5" fmla="*/ 31908 w 153984"/>
                  <a:gd name="connsiteY5" fmla="*/ 59568 h 205712"/>
                  <a:gd name="connsiteX6" fmla="*/ 71330 w 153984"/>
                  <a:gd name="connsiteY6" fmla="*/ 49550 h 205712"/>
                  <a:gd name="connsiteX7" fmla="*/ 87338 w 153984"/>
                  <a:gd name="connsiteY7" fmla="*/ 51401 h 205712"/>
                  <a:gd name="connsiteX8" fmla="*/ 102039 w 153984"/>
                  <a:gd name="connsiteY8" fmla="*/ 56846 h 205712"/>
                  <a:gd name="connsiteX9" fmla="*/ 113692 w 153984"/>
                  <a:gd name="connsiteY9" fmla="*/ 66211 h 205712"/>
                  <a:gd name="connsiteX10" fmla="*/ 113692 w 153984"/>
                  <a:gd name="connsiteY10" fmla="*/ 0 h 205712"/>
                  <a:gd name="connsiteX11" fmla="*/ 153985 w 153984"/>
                  <a:gd name="connsiteY11" fmla="*/ 0 h 205712"/>
                  <a:gd name="connsiteX12" fmla="*/ 153985 w 153984"/>
                  <a:gd name="connsiteY12" fmla="*/ 203644 h 205712"/>
                  <a:gd name="connsiteX13" fmla="*/ 114890 w 153984"/>
                  <a:gd name="connsiteY13" fmla="*/ 203644 h 205712"/>
                  <a:gd name="connsiteX14" fmla="*/ 114345 w 153984"/>
                  <a:gd name="connsiteY14" fmla="*/ 186655 h 205712"/>
                  <a:gd name="connsiteX15" fmla="*/ 101822 w 153984"/>
                  <a:gd name="connsiteY15" fmla="*/ 197436 h 205712"/>
                  <a:gd name="connsiteX16" fmla="*/ 86140 w 153984"/>
                  <a:gd name="connsiteY16" fmla="*/ 203644 h 205712"/>
                  <a:gd name="connsiteX17" fmla="*/ 68281 w 153984"/>
                  <a:gd name="connsiteY17" fmla="*/ 205713 h 205712"/>
                  <a:gd name="connsiteX18" fmla="*/ 76230 w 153984"/>
                  <a:gd name="connsiteY18" fmla="*/ 169449 h 205712"/>
                  <a:gd name="connsiteX19" fmla="*/ 97357 w 153984"/>
                  <a:gd name="connsiteY19" fmla="*/ 163459 h 205712"/>
                  <a:gd name="connsiteX20" fmla="*/ 109554 w 153984"/>
                  <a:gd name="connsiteY20" fmla="*/ 147887 h 205712"/>
                  <a:gd name="connsiteX21" fmla="*/ 113583 w 153984"/>
                  <a:gd name="connsiteY21" fmla="*/ 127413 h 205712"/>
                  <a:gd name="connsiteX22" fmla="*/ 109662 w 153984"/>
                  <a:gd name="connsiteY22" fmla="*/ 106831 h 205712"/>
                  <a:gd name="connsiteX23" fmla="*/ 97575 w 153984"/>
                  <a:gd name="connsiteY23" fmla="*/ 91912 h 205712"/>
                  <a:gd name="connsiteX24" fmla="*/ 76121 w 153984"/>
                  <a:gd name="connsiteY24" fmla="*/ 86358 h 205712"/>
                  <a:gd name="connsiteX25" fmla="*/ 54886 w 153984"/>
                  <a:gd name="connsiteY25" fmla="*/ 92347 h 205712"/>
                  <a:gd name="connsiteX26" fmla="*/ 43560 w 153984"/>
                  <a:gd name="connsiteY26" fmla="*/ 108029 h 205712"/>
                  <a:gd name="connsiteX27" fmla="*/ 40293 w 153984"/>
                  <a:gd name="connsiteY27" fmla="*/ 128611 h 205712"/>
                  <a:gd name="connsiteX28" fmla="*/ 42144 w 153984"/>
                  <a:gd name="connsiteY28" fmla="*/ 143966 h 205712"/>
                  <a:gd name="connsiteX29" fmla="*/ 48352 w 153984"/>
                  <a:gd name="connsiteY29" fmla="*/ 157034 h 205712"/>
                  <a:gd name="connsiteX30" fmla="*/ 59568 w 153984"/>
                  <a:gd name="connsiteY30" fmla="*/ 166073 h 205712"/>
                  <a:gd name="connsiteX31" fmla="*/ 76230 w 153984"/>
                  <a:gd name="connsiteY31" fmla="*/ 169340 h 20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3984" h="205712">
                    <a:moveTo>
                      <a:pt x="68172" y="205713"/>
                    </a:moveTo>
                    <a:cubicBezTo>
                      <a:pt x="52817" y="205713"/>
                      <a:pt x="40075" y="202228"/>
                      <a:pt x="30056" y="195258"/>
                    </a:cubicBezTo>
                    <a:cubicBezTo>
                      <a:pt x="20038" y="188289"/>
                      <a:pt x="12415" y="178814"/>
                      <a:pt x="7514" y="167053"/>
                    </a:cubicBezTo>
                    <a:cubicBezTo>
                      <a:pt x="2505" y="155292"/>
                      <a:pt x="0" y="142115"/>
                      <a:pt x="0" y="127740"/>
                    </a:cubicBezTo>
                    <a:cubicBezTo>
                      <a:pt x="0" y="112603"/>
                      <a:pt x="2723" y="99099"/>
                      <a:pt x="8059" y="87338"/>
                    </a:cubicBezTo>
                    <a:cubicBezTo>
                      <a:pt x="13395" y="75577"/>
                      <a:pt x="21344" y="66320"/>
                      <a:pt x="31908" y="59568"/>
                    </a:cubicBezTo>
                    <a:cubicBezTo>
                      <a:pt x="42471" y="52817"/>
                      <a:pt x="55539" y="49550"/>
                      <a:pt x="71330" y="49550"/>
                    </a:cubicBezTo>
                    <a:cubicBezTo>
                      <a:pt x="76666" y="49550"/>
                      <a:pt x="82002" y="50203"/>
                      <a:pt x="87338" y="51401"/>
                    </a:cubicBezTo>
                    <a:cubicBezTo>
                      <a:pt x="92565" y="52599"/>
                      <a:pt x="97466" y="54450"/>
                      <a:pt x="102039" y="56846"/>
                    </a:cubicBezTo>
                    <a:cubicBezTo>
                      <a:pt x="106504" y="59242"/>
                      <a:pt x="110425" y="62400"/>
                      <a:pt x="113692" y="66211"/>
                    </a:cubicBezTo>
                    <a:lnTo>
                      <a:pt x="113692" y="0"/>
                    </a:lnTo>
                    <a:lnTo>
                      <a:pt x="153985" y="0"/>
                    </a:lnTo>
                    <a:lnTo>
                      <a:pt x="153985" y="203644"/>
                    </a:lnTo>
                    <a:lnTo>
                      <a:pt x="114890" y="203644"/>
                    </a:lnTo>
                    <a:lnTo>
                      <a:pt x="114345" y="186655"/>
                    </a:lnTo>
                    <a:cubicBezTo>
                      <a:pt x="110860" y="191120"/>
                      <a:pt x="106722" y="194714"/>
                      <a:pt x="101822" y="197436"/>
                    </a:cubicBezTo>
                    <a:cubicBezTo>
                      <a:pt x="96921" y="200159"/>
                      <a:pt x="91694" y="202228"/>
                      <a:pt x="86140" y="203644"/>
                    </a:cubicBezTo>
                    <a:cubicBezTo>
                      <a:pt x="80586" y="204950"/>
                      <a:pt x="74597" y="205713"/>
                      <a:pt x="68281" y="205713"/>
                    </a:cubicBezTo>
                    <a:close/>
                    <a:moveTo>
                      <a:pt x="76230" y="169449"/>
                    </a:moveTo>
                    <a:cubicBezTo>
                      <a:pt x="84833" y="169449"/>
                      <a:pt x="91912" y="167489"/>
                      <a:pt x="97357" y="163459"/>
                    </a:cubicBezTo>
                    <a:cubicBezTo>
                      <a:pt x="102802" y="159430"/>
                      <a:pt x="106940" y="154203"/>
                      <a:pt x="109554" y="147887"/>
                    </a:cubicBezTo>
                    <a:cubicBezTo>
                      <a:pt x="112276" y="141570"/>
                      <a:pt x="113583" y="134710"/>
                      <a:pt x="113583" y="127413"/>
                    </a:cubicBezTo>
                    <a:cubicBezTo>
                      <a:pt x="113583" y="120117"/>
                      <a:pt x="112276" y="113039"/>
                      <a:pt x="109662" y="106831"/>
                    </a:cubicBezTo>
                    <a:cubicBezTo>
                      <a:pt x="107049" y="100624"/>
                      <a:pt x="103020" y="95615"/>
                      <a:pt x="97575" y="91912"/>
                    </a:cubicBezTo>
                    <a:cubicBezTo>
                      <a:pt x="92130" y="88209"/>
                      <a:pt x="84942" y="86358"/>
                      <a:pt x="76121" y="86358"/>
                    </a:cubicBezTo>
                    <a:cubicBezTo>
                      <a:pt x="67300" y="86358"/>
                      <a:pt x="60222" y="88318"/>
                      <a:pt x="54886" y="92347"/>
                    </a:cubicBezTo>
                    <a:cubicBezTo>
                      <a:pt x="49550" y="96377"/>
                      <a:pt x="45738" y="101604"/>
                      <a:pt x="43560" y="108029"/>
                    </a:cubicBezTo>
                    <a:cubicBezTo>
                      <a:pt x="41382" y="114454"/>
                      <a:pt x="40293" y="121315"/>
                      <a:pt x="40293" y="128611"/>
                    </a:cubicBezTo>
                    <a:cubicBezTo>
                      <a:pt x="40293" y="133947"/>
                      <a:pt x="40946" y="139066"/>
                      <a:pt x="42144" y="143966"/>
                    </a:cubicBezTo>
                    <a:cubicBezTo>
                      <a:pt x="43342" y="148867"/>
                      <a:pt x="45411" y="153223"/>
                      <a:pt x="48352" y="157034"/>
                    </a:cubicBezTo>
                    <a:cubicBezTo>
                      <a:pt x="51183" y="160846"/>
                      <a:pt x="54995" y="163895"/>
                      <a:pt x="59568" y="166073"/>
                    </a:cubicBezTo>
                    <a:cubicBezTo>
                      <a:pt x="64142" y="168251"/>
                      <a:pt x="69696" y="169340"/>
                      <a:pt x="76230" y="169340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" name="Rectangle 12">
            <a:extLst>
              <a:ext uri="{FF2B5EF4-FFF2-40B4-BE49-F238E27FC236}">
                <a16:creationId xmlns:a16="http://schemas.microsoft.com/office/drawing/2014/main" id="{6DC8AB03-07EB-DC3C-AADC-FF8F20D5B3D1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90062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0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1199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>
            <a:off x="191913" y="188913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250" y="4158372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37125C33-383E-0014-C45A-6F68978245A0}"/>
              </a:ext>
            </a:extLst>
          </p:cNvPr>
          <p:cNvGrpSpPr/>
          <p:nvPr userDrawn="1"/>
        </p:nvGrpSpPr>
        <p:grpSpPr>
          <a:xfrm>
            <a:off x="9536400" y="5246152"/>
            <a:ext cx="1668766" cy="622943"/>
            <a:chOff x="8371769" y="3588573"/>
            <a:chExt cx="1958797" cy="731210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35A9B2B-C8A2-500A-0019-6973B3176032}"/>
                </a:ext>
              </a:extLst>
            </p:cNvPr>
            <p:cNvSpPr/>
            <p:nvPr/>
          </p:nvSpPr>
          <p:spPr>
            <a:xfrm>
              <a:off x="9001888" y="3588573"/>
              <a:ext cx="165575" cy="165575"/>
            </a:xfrm>
            <a:custGeom>
              <a:avLst/>
              <a:gdLst>
                <a:gd name="connsiteX0" fmla="*/ 88175 w 165575"/>
                <a:gd name="connsiteY0" fmla="*/ 167 h 165575"/>
                <a:gd name="connsiteX1" fmla="*/ 167 w 165575"/>
                <a:gd name="connsiteY1" fmla="*/ 88175 h 165575"/>
                <a:gd name="connsiteX2" fmla="*/ 77400 w 165575"/>
                <a:gd name="connsiteY2" fmla="*/ 165409 h 165575"/>
                <a:gd name="connsiteX3" fmla="*/ 165408 w 165575"/>
                <a:gd name="connsiteY3" fmla="*/ 77400 h 165575"/>
                <a:gd name="connsiteX4" fmla="*/ 88175 w 165575"/>
                <a:gd name="connsiteY4" fmla="*/ 167 h 1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575" h="165575">
                  <a:moveTo>
                    <a:pt x="88175" y="167"/>
                  </a:moveTo>
                  <a:cubicBezTo>
                    <a:pt x="38249" y="-2958"/>
                    <a:pt x="-2959" y="38167"/>
                    <a:pt x="167" y="88175"/>
                  </a:cubicBezTo>
                  <a:cubicBezTo>
                    <a:pt x="2799" y="129383"/>
                    <a:pt x="36193" y="162777"/>
                    <a:pt x="77400" y="165409"/>
                  </a:cubicBezTo>
                  <a:cubicBezTo>
                    <a:pt x="127326" y="168534"/>
                    <a:pt x="168534" y="127409"/>
                    <a:pt x="165408" y="77400"/>
                  </a:cubicBezTo>
                  <a:cubicBezTo>
                    <a:pt x="162776" y="36193"/>
                    <a:pt x="129383" y="2799"/>
                    <a:pt x="88175" y="167"/>
                  </a:cubicBezTo>
                  <a:close/>
                </a:path>
              </a:pathLst>
            </a:custGeom>
            <a:solidFill>
              <a:schemeClr val="tx1"/>
            </a:solidFill>
            <a:ln w="8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04AD7A0E-00CD-84A8-D573-B96674E0CD45}"/>
                </a:ext>
              </a:extLst>
            </p:cNvPr>
            <p:cNvGrpSpPr/>
            <p:nvPr/>
          </p:nvGrpSpPr>
          <p:grpSpPr>
            <a:xfrm>
              <a:off x="8371769" y="3625588"/>
              <a:ext cx="1958797" cy="694194"/>
              <a:chOff x="8371769" y="3625588"/>
              <a:chExt cx="1958797" cy="694194"/>
            </a:xfrm>
            <a:solidFill>
              <a:srgbClr val="000000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09C7FE2-D3FB-749B-D15B-892BC2E640D2}"/>
                  </a:ext>
                </a:extLst>
              </p:cNvPr>
              <p:cNvSpPr/>
              <p:nvPr/>
            </p:nvSpPr>
            <p:spPr>
              <a:xfrm>
                <a:off x="8371769" y="3640558"/>
                <a:ext cx="545403" cy="664337"/>
              </a:xfrm>
              <a:custGeom>
                <a:avLst/>
                <a:gdLst>
                  <a:gd name="connsiteX0" fmla="*/ 537425 w 545403"/>
                  <a:gd name="connsiteY0" fmla="*/ 0 h 664337"/>
                  <a:gd name="connsiteX1" fmla="*/ 404262 w 545403"/>
                  <a:gd name="connsiteY1" fmla="*/ 0 h 664337"/>
                  <a:gd name="connsiteX2" fmla="*/ 396283 w 545403"/>
                  <a:gd name="connsiteY2" fmla="*/ 7978 h 664337"/>
                  <a:gd name="connsiteX3" fmla="*/ 396283 w 545403"/>
                  <a:gd name="connsiteY3" fmla="*/ 398504 h 664337"/>
                  <a:gd name="connsiteX4" fmla="*/ 391348 w 545403"/>
                  <a:gd name="connsiteY4" fmla="*/ 399820 h 664337"/>
                  <a:gd name="connsiteX5" fmla="*/ 160882 w 545403"/>
                  <a:gd name="connsiteY5" fmla="*/ 3948 h 664337"/>
                  <a:gd name="connsiteX6" fmla="*/ 153973 w 545403"/>
                  <a:gd name="connsiteY6" fmla="*/ 0 h 664337"/>
                  <a:gd name="connsiteX7" fmla="*/ 7978 w 545403"/>
                  <a:gd name="connsiteY7" fmla="*/ 0 h 664337"/>
                  <a:gd name="connsiteX8" fmla="*/ 0 w 545403"/>
                  <a:gd name="connsiteY8" fmla="*/ 7978 h 664337"/>
                  <a:gd name="connsiteX9" fmla="*/ 0 w 545403"/>
                  <a:gd name="connsiteY9" fmla="*/ 656360 h 664337"/>
                  <a:gd name="connsiteX10" fmla="*/ 7978 w 545403"/>
                  <a:gd name="connsiteY10" fmla="*/ 664338 h 664337"/>
                  <a:gd name="connsiteX11" fmla="*/ 141142 w 545403"/>
                  <a:gd name="connsiteY11" fmla="*/ 664338 h 664337"/>
                  <a:gd name="connsiteX12" fmla="*/ 149120 w 545403"/>
                  <a:gd name="connsiteY12" fmla="*/ 656360 h 664337"/>
                  <a:gd name="connsiteX13" fmla="*/ 149120 w 545403"/>
                  <a:gd name="connsiteY13" fmla="*/ 267397 h 664337"/>
                  <a:gd name="connsiteX14" fmla="*/ 154055 w 545403"/>
                  <a:gd name="connsiteY14" fmla="*/ 266081 h 664337"/>
                  <a:gd name="connsiteX15" fmla="*/ 384522 w 545403"/>
                  <a:gd name="connsiteY15" fmla="*/ 660390 h 664337"/>
                  <a:gd name="connsiteX16" fmla="*/ 391348 w 545403"/>
                  <a:gd name="connsiteY16" fmla="*/ 664338 h 664337"/>
                  <a:gd name="connsiteX17" fmla="*/ 537425 w 545403"/>
                  <a:gd name="connsiteY17" fmla="*/ 664338 h 664337"/>
                  <a:gd name="connsiteX18" fmla="*/ 545404 w 545403"/>
                  <a:gd name="connsiteY18" fmla="*/ 656360 h 664337"/>
                  <a:gd name="connsiteX19" fmla="*/ 545404 w 545403"/>
                  <a:gd name="connsiteY19" fmla="*/ 7978 h 664337"/>
                  <a:gd name="connsiteX20" fmla="*/ 537425 w 545403"/>
                  <a:gd name="connsiteY20" fmla="*/ 0 h 664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5403" h="664337">
                    <a:moveTo>
                      <a:pt x="537425" y="0"/>
                    </a:moveTo>
                    <a:lnTo>
                      <a:pt x="404262" y="0"/>
                    </a:lnTo>
                    <a:cubicBezTo>
                      <a:pt x="399902" y="0"/>
                      <a:pt x="396283" y="3537"/>
                      <a:pt x="396283" y="7978"/>
                    </a:cubicBezTo>
                    <a:lnTo>
                      <a:pt x="396283" y="398504"/>
                    </a:lnTo>
                    <a:cubicBezTo>
                      <a:pt x="396283" y="401218"/>
                      <a:pt x="392747" y="402205"/>
                      <a:pt x="391348" y="399820"/>
                    </a:cubicBezTo>
                    <a:lnTo>
                      <a:pt x="160882" y="3948"/>
                    </a:lnTo>
                    <a:cubicBezTo>
                      <a:pt x="159484" y="1481"/>
                      <a:pt x="156852" y="0"/>
                      <a:pt x="153973" y="0"/>
                    </a:cubicBezTo>
                    <a:lnTo>
                      <a:pt x="7978" y="0"/>
                    </a:lnTo>
                    <a:cubicBezTo>
                      <a:pt x="3537" y="0"/>
                      <a:pt x="0" y="3619"/>
                      <a:pt x="0" y="7978"/>
                    </a:cubicBezTo>
                    <a:lnTo>
                      <a:pt x="0" y="656360"/>
                    </a:lnTo>
                    <a:cubicBezTo>
                      <a:pt x="0" y="660719"/>
                      <a:pt x="3537" y="664338"/>
                      <a:pt x="7978" y="664338"/>
                    </a:cubicBezTo>
                    <a:lnTo>
                      <a:pt x="141142" y="664338"/>
                    </a:lnTo>
                    <a:cubicBezTo>
                      <a:pt x="145501" y="664338"/>
                      <a:pt x="149120" y="660801"/>
                      <a:pt x="149120" y="656360"/>
                    </a:cubicBezTo>
                    <a:lnTo>
                      <a:pt x="149120" y="267397"/>
                    </a:lnTo>
                    <a:cubicBezTo>
                      <a:pt x="149120" y="264682"/>
                      <a:pt x="152657" y="263695"/>
                      <a:pt x="154055" y="266081"/>
                    </a:cubicBezTo>
                    <a:lnTo>
                      <a:pt x="384522" y="660390"/>
                    </a:lnTo>
                    <a:cubicBezTo>
                      <a:pt x="385920" y="662857"/>
                      <a:pt x="388552" y="664338"/>
                      <a:pt x="391348" y="664338"/>
                    </a:cubicBezTo>
                    <a:lnTo>
                      <a:pt x="537425" y="664338"/>
                    </a:lnTo>
                    <a:cubicBezTo>
                      <a:pt x="541785" y="664338"/>
                      <a:pt x="545404" y="660801"/>
                      <a:pt x="545404" y="656360"/>
                    </a:cubicBezTo>
                    <a:lnTo>
                      <a:pt x="545404" y="7978"/>
                    </a:lnTo>
                    <a:cubicBezTo>
                      <a:pt x="545404" y="3619"/>
                      <a:pt x="541867" y="0"/>
                      <a:pt x="5374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FB73205-7069-5C32-9265-7B701191D91F}"/>
                  </a:ext>
                </a:extLst>
              </p:cNvPr>
              <p:cNvSpPr/>
              <p:nvPr/>
            </p:nvSpPr>
            <p:spPr>
              <a:xfrm>
                <a:off x="9016120" y="3797389"/>
                <a:ext cx="137276" cy="507506"/>
              </a:xfrm>
              <a:custGeom>
                <a:avLst/>
                <a:gdLst>
                  <a:gd name="connsiteX0" fmla="*/ 127571 w 137276"/>
                  <a:gd name="connsiteY0" fmla="*/ 185 h 507506"/>
                  <a:gd name="connsiteX1" fmla="*/ 68597 w 137276"/>
                  <a:gd name="connsiteY1" fmla="*/ 6354 h 507506"/>
                  <a:gd name="connsiteX2" fmla="*/ 9623 w 137276"/>
                  <a:gd name="connsiteY2" fmla="*/ 185 h 507506"/>
                  <a:gd name="connsiteX3" fmla="*/ 0 w 137276"/>
                  <a:gd name="connsiteY3" fmla="*/ 7916 h 507506"/>
                  <a:gd name="connsiteX4" fmla="*/ 0 w 137276"/>
                  <a:gd name="connsiteY4" fmla="*/ 499528 h 507506"/>
                  <a:gd name="connsiteX5" fmla="*/ 7978 w 137276"/>
                  <a:gd name="connsiteY5" fmla="*/ 507506 h 507506"/>
                  <a:gd name="connsiteX6" fmla="*/ 129298 w 137276"/>
                  <a:gd name="connsiteY6" fmla="*/ 507506 h 507506"/>
                  <a:gd name="connsiteX7" fmla="*/ 137276 w 137276"/>
                  <a:gd name="connsiteY7" fmla="*/ 499528 h 507506"/>
                  <a:gd name="connsiteX8" fmla="*/ 137276 w 137276"/>
                  <a:gd name="connsiteY8" fmla="*/ 7916 h 507506"/>
                  <a:gd name="connsiteX9" fmla="*/ 127653 w 137276"/>
                  <a:gd name="connsiteY9" fmla="*/ 185 h 507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276" h="507506">
                    <a:moveTo>
                      <a:pt x="127571" y="185"/>
                    </a:moveTo>
                    <a:cubicBezTo>
                      <a:pt x="108982" y="4215"/>
                      <a:pt x="89160" y="6354"/>
                      <a:pt x="68597" y="6354"/>
                    </a:cubicBezTo>
                    <a:cubicBezTo>
                      <a:pt x="48034" y="6354"/>
                      <a:pt x="28212" y="4215"/>
                      <a:pt x="9623" y="185"/>
                    </a:cubicBezTo>
                    <a:cubicBezTo>
                      <a:pt x="4688" y="-884"/>
                      <a:pt x="0" y="2899"/>
                      <a:pt x="0" y="7916"/>
                    </a:cubicBezTo>
                    <a:lnTo>
                      <a:pt x="0" y="499528"/>
                    </a:lnTo>
                    <a:cubicBezTo>
                      <a:pt x="0" y="503887"/>
                      <a:pt x="3537" y="507506"/>
                      <a:pt x="7978" y="507506"/>
                    </a:cubicBezTo>
                    <a:lnTo>
                      <a:pt x="129298" y="507506"/>
                    </a:lnTo>
                    <a:cubicBezTo>
                      <a:pt x="133657" y="507506"/>
                      <a:pt x="137276" y="503970"/>
                      <a:pt x="137276" y="499528"/>
                    </a:cubicBezTo>
                    <a:lnTo>
                      <a:pt x="137276" y="7916"/>
                    </a:lnTo>
                    <a:cubicBezTo>
                      <a:pt x="137276" y="2817"/>
                      <a:pt x="132588" y="-884"/>
                      <a:pt x="127653" y="1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C783A0D4-B43C-4883-8F7D-9D2D22D69231}"/>
                  </a:ext>
                </a:extLst>
              </p:cNvPr>
              <p:cNvSpPr/>
              <p:nvPr/>
            </p:nvSpPr>
            <p:spPr>
              <a:xfrm>
                <a:off x="9893569" y="3640558"/>
                <a:ext cx="436997" cy="664337"/>
              </a:xfrm>
              <a:custGeom>
                <a:avLst/>
                <a:gdLst>
                  <a:gd name="connsiteX0" fmla="*/ 429019 w 436997"/>
                  <a:gd name="connsiteY0" fmla="*/ 542689 h 664337"/>
                  <a:gd name="connsiteX1" fmla="*/ 151752 w 436997"/>
                  <a:gd name="connsiteY1" fmla="*/ 542689 h 664337"/>
                  <a:gd name="connsiteX2" fmla="*/ 149120 w 436997"/>
                  <a:gd name="connsiteY2" fmla="*/ 540057 h 664337"/>
                  <a:gd name="connsiteX3" fmla="*/ 149120 w 436997"/>
                  <a:gd name="connsiteY3" fmla="*/ 395625 h 664337"/>
                  <a:gd name="connsiteX4" fmla="*/ 151752 w 436997"/>
                  <a:gd name="connsiteY4" fmla="*/ 392993 h 664337"/>
                  <a:gd name="connsiteX5" fmla="*/ 378024 w 436997"/>
                  <a:gd name="connsiteY5" fmla="*/ 392993 h 664337"/>
                  <a:gd name="connsiteX6" fmla="*/ 386002 w 436997"/>
                  <a:gd name="connsiteY6" fmla="*/ 385015 h 664337"/>
                  <a:gd name="connsiteX7" fmla="*/ 386002 w 436997"/>
                  <a:gd name="connsiteY7" fmla="*/ 279241 h 664337"/>
                  <a:gd name="connsiteX8" fmla="*/ 378024 w 436997"/>
                  <a:gd name="connsiteY8" fmla="*/ 271262 h 664337"/>
                  <a:gd name="connsiteX9" fmla="*/ 151752 w 436997"/>
                  <a:gd name="connsiteY9" fmla="*/ 271262 h 664337"/>
                  <a:gd name="connsiteX10" fmla="*/ 149120 w 436997"/>
                  <a:gd name="connsiteY10" fmla="*/ 268630 h 664337"/>
                  <a:gd name="connsiteX11" fmla="*/ 149120 w 436997"/>
                  <a:gd name="connsiteY11" fmla="*/ 124198 h 664337"/>
                  <a:gd name="connsiteX12" fmla="*/ 151752 w 436997"/>
                  <a:gd name="connsiteY12" fmla="*/ 121566 h 664337"/>
                  <a:gd name="connsiteX13" fmla="*/ 429019 w 436997"/>
                  <a:gd name="connsiteY13" fmla="*/ 121566 h 664337"/>
                  <a:gd name="connsiteX14" fmla="*/ 436997 w 436997"/>
                  <a:gd name="connsiteY14" fmla="*/ 113588 h 664337"/>
                  <a:gd name="connsiteX15" fmla="*/ 436997 w 436997"/>
                  <a:gd name="connsiteY15" fmla="*/ 7978 h 664337"/>
                  <a:gd name="connsiteX16" fmla="*/ 429019 w 436997"/>
                  <a:gd name="connsiteY16" fmla="*/ 0 h 664337"/>
                  <a:gd name="connsiteX17" fmla="*/ 7978 w 436997"/>
                  <a:gd name="connsiteY17" fmla="*/ 0 h 664337"/>
                  <a:gd name="connsiteX18" fmla="*/ 0 w 436997"/>
                  <a:gd name="connsiteY18" fmla="*/ 7978 h 664337"/>
                  <a:gd name="connsiteX19" fmla="*/ 0 w 436997"/>
                  <a:gd name="connsiteY19" fmla="*/ 656360 h 664337"/>
                  <a:gd name="connsiteX20" fmla="*/ 7978 w 436997"/>
                  <a:gd name="connsiteY20" fmla="*/ 664338 h 664337"/>
                  <a:gd name="connsiteX21" fmla="*/ 429019 w 436997"/>
                  <a:gd name="connsiteY21" fmla="*/ 664338 h 664337"/>
                  <a:gd name="connsiteX22" fmla="*/ 436997 w 436997"/>
                  <a:gd name="connsiteY22" fmla="*/ 656360 h 664337"/>
                  <a:gd name="connsiteX23" fmla="*/ 436997 w 436997"/>
                  <a:gd name="connsiteY23" fmla="*/ 550585 h 664337"/>
                  <a:gd name="connsiteX24" fmla="*/ 429019 w 436997"/>
                  <a:gd name="connsiteY24" fmla="*/ 542607 h 664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6997" h="664337">
                    <a:moveTo>
                      <a:pt x="429019" y="542689"/>
                    </a:moveTo>
                    <a:lnTo>
                      <a:pt x="151752" y="542689"/>
                    </a:lnTo>
                    <a:cubicBezTo>
                      <a:pt x="150272" y="542689"/>
                      <a:pt x="149120" y="541538"/>
                      <a:pt x="149120" y="540057"/>
                    </a:cubicBezTo>
                    <a:lnTo>
                      <a:pt x="149120" y="395625"/>
                    </a:lnTo>
                    <a:cubicBezTo>
                      <a:pt x="149120" y="394145"/>
                      <a:pt x="150272" y="392993"/>
                      <a:pt x="151752" y="392993"/>
                    </a:cubicBezTo>
                    <a:lnTo>
                      <a:pt x="378024" y="392993"/>
                    </a:lnTo>
                    <a:cubicBezTo>
                      <a:pt x="382383" y="392993"/>
                      <a:pt x="386002" y="389456"/>
                      <a:pt x="386002" y="385015"/>
                    </a:cubicBezTo>
                    <a:lnTo>
                      <a:pt x="386002" y="279241"/>
                    </a:lnTo>
                    <a:cubicBezTo>
                      <a:pt x="386002" y="274881"/>
                      <a:pt x="382465" y="271262"/>
                      <a:pt x="378024" y="271262"/>
                    </a:cubicBezTo>
                    <a:lnTo>
                      <a:pt x="151752" y="271262"/>
                    </a:lnTo>
                    <a:cubicBezTo>
                      <a:pt x="150272" y="271262"/>
                      <a:pt x="149120" y="270111"/>
                      <a:pt x="149120" y="268630"/>
                    </a:cubicBezTo>
                    <a:lnTo>
                      <a:pt x="149120" y="124198"/>
                    </a:lnTo>
                    <a:cubicBezTo>
                      <a:pt x="149120" y="122718"/>
                      <a:pt x="150272" y="121566"/>
                      <a:pt x="151752" y="121566"/>
                    </a:cubicBezTo>
                    <a:lnTo>
                      <a:pt x="429019" y="121566"/>
                    </a:lnTo>
                    <a:cubicBezTo>
                      <a:pt x="433378" y="121566"/>
                      <a:pt x="436997" y="118030"/>
                      <a:pt x="436997" y="113588"/>
                    </a:cubicBezTo>
                    <a:lnTo>
                      <a:pt x="436997" y="7978"/>
                    </a:lnTo>
                    <a:cubicBezTo>
                      <a:pt x="436997" y="3619"/>
                      <a:pt x="433461" y="0"/>
                      <a:pt x="429019" y="0"/>
                    </a:cubicBezTo>
                    <a:lnTo>
                      <a:pt x="7978" y="0"/>
                    </a:lnTo>
                    <a:cubicBezTo>
                      <a:pt x="3619" y="0"/>
                      <a:pt x="0" y="3537"/>
                      <a:pt x="0" y="7978"/>
                    </a:cubicBezTo>
                    <a:lnTo>
                      <a:pt x="0" y="656360"/>
                    </a:lnTo>
                    <a:cubicBezTo>
                      <a:pt x="0" y="660719"/>
                      <a:pt x="3537" y="664338"/>
                      <a:pt x="7978" y="664338"/>
                    </a:cubicBezTo>
                    <a:lnTo>
                      <a:pt x="429019" y="664338"/>
                    </a:lnTo>
                    <a:cubicBezTo>
                      <a:pt x="433378" y="664338"/>
                      <a:pt x="436997" y="660801"/>
                      <a:pt x="436997" y="656360"/>
                    </a:cubicBezTo>
                    <a:lnTo>
                      <a:pt x="436997" y="550585"/>
                    </a:lnTo>
                    <a:cubicBezTo>
                      <a:pt x="436997" y="546226"/>
                      <a:pt x="433461" y="542607"/>
                      <a:pt x="429019" y="5426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F50EA65-26DD-7FBE-F99B-EB5E74F90832}"/>
                  </a:ext>
                </a:extLst>
              </p:cNvPr>
              <p:cNvSpPr/>
              <p:nvPr/>
            </p:nvSpPr>
            <p:spPr>
              <a:xfrm>
                <a:off x="9238196" y="3625588"/>
                <a:ext cx="570769" cy="694194"/>
              </a:xfrm>
              <a:custGeom>
                <a:avLst/>
                <a:gdLst>
                  <a:gd name="connsiteX0" fmla="*/ 562759 w 570769"/>
                  <a:gd name="connsiteY0" fmla="*/ 433131 h 694194"/>
                  <a:gd name="connsiteX1" fmla="*/ 421946 w 570769"/>
                  <a:gd name="connsiteY1" fmla="*/ 433131 h 694194"/>
                  <a:gd name="connsiteX2" fmla="*/ 414132 w 570769"/>
                  <a:gd name="connsiteY2" fmla="*/ 439547 h 694194"/>
                  <a:gd name="connsiteX3" fmla="*/ 377366 w 570769"/>
                  <a:gd name="connsiteY3" fmla="*/ 525334 h 694194"/>
                  <a:gd name="connsiteX4" fmla="*/ 291249 w 570769"/>
                  <a:gd name="connsiteY4" fmla="*/ 561360 h 694194"/>
                  <a:gd name="connsiteX5" fmla="*/ 217553 w 570769"/>
                  <a:gd name="connsiteY5" fmla="*/ 535122 h 694194"/>
                  <a:gd name="connsiteX6" fmla="*/ 170012 w 570769"/>
                  <a:gd name="connsiteY6" fmla="*/ 461179 h 694194"/>
                  <a:gd name="connsiteX7" fmla="*/ 153315 w 570769"/>
                  <a:gd name="connsiteY7" fmla="*/ 348002 h 694194"/>
                  <a:gd name="connsiteX8" fmla="*/ 169190 w 570769"/>
                  <a:gd name="connsiteY8" fmla="*/ 235730 h 694194"/>
                  <a:gd name="connsiteX9" fmla="*/ 216319 w 570769"/>
                  <a:gd name="connsiteY9" fmla="*/ 159977 h 694194"/>
                  <a:gd name="connsiteX10" fmla="*/ 292154 w 570769"/>
                  <a:gd name="connsiteY10" fmla="*/ 132835 h 694194"/>
                  <a:gd name="connsiteX11" fmla="*/ 374405 w 570769"/>
                  <a:gd name="connsiteY11" fmla="*/ 166557 h 694194"/>
                  <a:gd name="connsiteX12" fmla="*/ 412816 w 570769"/>
                  <a:gd name="connsiteY12" fmla="*/ 245682 h 694194"/>
                  <a:gd name="connsiteX13" fmla="*/ 420547 w 570769"/>
                  <a:gd name="connsiteY13" fmla="*/ 251851 h 694194"/>
                  <a:gd name="connsiteX14" fmla="*/ 560785 w 570769"/>
                  <a:gd name="connsiteY14" fmla="*/ 251851 h 694194"/>
                  <a:gd name="connsiteX15" fmla="*/ 568598 w 570769"/>
                  <a:gd name="connsiteY15" fmla="*/ 242392 h 694194"/>
                  <a:gd name="connsiteX16" fmla="*/ 482729 w 570769"/>
                  <a:gd name="connsiteY16" fmla="*/ 65471 h 694194"/>
                  <a:gd name="connsiteX17" fmla="*/ 292072 w 570769"/>
                  <a:gd name="connsiteY17" fmla="*/ 0 h 694194"/>
                  <a:gd name="connsiteX18" fmla="*/ 137030 w 570769"/>
                  <a:gd name="connsiteY18" fmla="*/ 43017 h 694194"/>
                  <a:gd name="connsiteX19" fmla="*/ 35532 w 570769"/>
                  <a:gd name="connsiteY19" fmla="*/ 164172 h 694194"/>
                  <a:gd name="connsiteX20" fmla="*/ 0 w 570769"/>
                  <a:gd name="connsiteY20" fmla="*/ 348002 h 694194"/>
                  <a:gd name="connsiteX21" fmla="*/ 37260 w 570769"/>
                  <a:gd name="connsiteY21" fmla="*/ 534629 h 694194"/>
                  <a:gd name="connsiteX22" fmla="*/ 140073 w 570769"/>
                  <a:gd name="connsiteY22" fmla="*/ 652987 h 694194"/>
                  <a:gd name="connsiteX23" fmla="*/ 289604 w 570769"/>
                  <a:gd name="connsiteY23" fmla="*/ 694195 h 694194"/>
                  <a:gd name="connsiteX24" fmla="*/ 429266 w 570769"/>
                  <a:gd name="connsiteY24" fmla="*/ 663351 h 694194"/>
                  <a:gd name="connsiteX25" fmla="*/ 523525 w 570769"/>
                  <a:gd name="connsiteY25" fmla="*/ 574027 h 694194"/>
                  <a:gd name="connsiteX26" fmla="*/ 570655 w 570769"/>
                  <a:gd name="connsiteY26" fmla="*/ 442590 h 694194"/>
                  <a:gd name="connsiteX27" fmla="*/ 562841 w 570769"/>
                  <a:gd name="connsiteY27" fmla="*/ 433214 h 694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70769" h="694194">
                    <a:moveTo>
                      <a:pt x="562759" y="433131"/>
                    </a:moveTo>
                    <a:lnTo>
                      <a:pt x="421946" y="433131"/>
                    </a:lnTo>
                    <a:cubicBezTo>
                      <a:pt x="418162" y="433131"/>
                      <a:pt x="414790" y="435846"/>
                      <a:pt x="414132" y="439547"/>
                    </a:cubicBezTo>
                    <a:cubicBezTo>
                      <a:pt x="407634" y="475408"/>
                      <a:pt x="395379" y="504031"/>
                      <a:pt x="377366" y="525334"/>
                    </a:cubicBezTo>
                    <a:cubicBezTo>
                      <a:pt x="357050" y="549352"/>
                      <a:pt x="328344" y="561360"/>
                      <a:pt x="291249" y="561360"/>
                    </a:cubicBezTo>
                    <a:cubicBezTo>
                      <a:pt x="262708" y="561360"/>
                      <a:pt x="238115" y="552642"/>
                      <a:pt x="217553" y="535122"/>
                    </a:cubicBezTo>
                    <a:cubicBezTo>
                      <a:pt x="196990" y="517685"/>
                      <a:pt x="181116" y="493010"/>
                      <a:pt x="170012" y="461179"/>
                    </a:cubicBezTo>
                    <a:cubicBezTo>
                      <a:pt x="158908" y="429348"/>
                      <a:pt x="153315" y="391677"/>
                      <a:pt x="153315" y="348002"/>
                    </a:cubicBezTo>
                    <a:cubicBezTo>
                      <a:pt x="153315" y="305561"/>
                      <a:pt x="158579" y="268137"/>
                      <a:pt x="169190" y="235730"/>
                    </a:cubicBezTo>
                    <a:cubicBezTo>
                      <a:pt x="179718" y="203323"/>
                      <a:pt x="195427" y="178072"/>
                      <a:pt x="216319" y="159977"/>
                    </a:cubicBezTo>
                    <a:cubicBezTo>
                      <a:pt x="237128" y="141882"/>
                      <a:pt x="262462" y="132835"/>
                      <a:pt x="292154" y="132835"/>
                    </a:cubicBezTo>
                    <a:cubicBezTo>
                      <a:pt x="325877" y="132835"/>
                      <a:pt x="353266" y="144103"/>
                      <a:pt x="374405" y="166557"/>
                    </a:cubicBezTo>
                    <a:cubicBezTo>
                      <a:pt x="392911" y="186215"/>
                      <a:pt x="405742" y="212618"/>
                      <a:pt x="412816" y="245682"/>
                    </a:cubicBezTo>
                    <a:cubicBezTo>
                      <a:pt x="413556" y="249301"/>
                      <a:pt x="416846" y="251851"/>
                      <a:pt x="420547" y="251851"/>
                    </a:cubicBezTo>
                    <a:lnTo>
                      <a:pt x="560785" y="251851"/>
                    </a:lnTo>
                    <a:cubicBezTo>
                      <a:pt x="565802" y="251851"/>
                      <a:pt x="569503" y="247327"/>
                      <a:pt x="568598" y="242392"/>
                    </a:cubicBezTo>
                    <a:cubicBezTo>
                      <a:pt x="554616" y="166146"/>
                      <a:pt x="526075" y="107090"/>
                      <a:pt x="482729" y="65471"/>
                    </a:cubicBezTo>
                    <a:cubicBezTo>
                      <a:pt x="437326" y="21796"/>
                      <a:pt x="373747" y="0"/>
                      <a:pt x="292072" y="0"/>
                    </a:cubicBezTo>
                    <a:cubicBezTo>
                      <a:pt x="232687" y="0"/>
                      <a:pt x="180951" y="14394"/>
                      <a:pt x="137030" y="43017"/>
                    </a:cubicBezTo>
                    <a:cubicBezTo>
                      <a:pt x="93025" y="71722"/>
                      <a:pt x="59220" y="112108"/>
                      <a:pt x="35532" y="164172"/>
                    </a:cubicBezTo>
                    <a:cubicBezTo>
                      <a:pt x="11844" y="216237"/>
                      <a:pt x="0" y="277513"/>
                      <a:pt x="0" y="348002"/>
                    </a:cubicBezTo>
                    <a:cubicBezTo>
                      <a:pt x="0" y="418491"/>
                      <a:pt x="12420" y="483222"/>
                      <a:pt x="37260" y="534629"/>
                    </a:cubicBezTo>
                    <a:cubicBezTo>
                      <a:pt x="62099" y="586118"/>
                      <a:pt x="96398" y="625516"/>
                      <a:pt x="140073" y="652987"/>
                    </a:cubicBezTo>
                    <a:cubicBezTo>
                      <a:pt x="183748" y="680459"/>
                      <a:pt x="233592" y="694195"/>
                      <a:pt x="289604" y="694195"/>
                    </a:cubicBezTo>
                    <a:cubicBezTo>
                      <a:pt x="343890" y="694195"/>
                      <a:pt x="390444" y="683913"/>
                      <a:pt x="429266" y="663351"/>
                    </a:cubicBezTo>
                    <a:cubicBezTo>
                      <a:pt x="468088" y="642788"/>
                      <a:pt x="499508" y="613013"/>
                      <a:pt x="523525" y="574027"/>
                    </a:cubicBezTo>
                    <a:cubicBezTo>
                      <a:pt x="545979" y="537507"/>
                      <a:pt x="561689" y="493668"/>
                      <a:pt x="570655" y="442590"/>
                    </a:cubicBezTo>
                    <a:cubicBezTo>
                      <a:pt x="571477" y="437738"/>
                      <a:pt x="567776" y="433214"/>
                      <a:pt x="562841" y="433214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" name="Rectangle 12">
            <a:extLst>
              <a:ext uri="{FF2B5EF4-FFF2-40B4-BE49-F238E27FC236}">
                <a16:creationId xmlns:a16="http://schemas.microsoft.com/office/drawing/2014/main" id="{C264E90B-BCCA-9EFB-4836-17D968F84AD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81184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1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2389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C1F2705-16BD-0E00-D2EC-7FF1C9241C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1465" y="425061"/>
            <a:ext cx="8456609" cy="5822787"/>
          </a:xfrm>
          <a:prstGeom prst="rect">
            <a:avLst/>
          </a:prstGeom>
        </p:spPr>
        <p:txBody>
          <a:bodyPr lIns="0" rIns="0">
            <a:normAutofit/>
          </a:bodyPr>
          <a:lstStyle>
            <a:lvl1pPr algn="l">
              <a:buClr>
                <a:schemeClr val="accent1"/>
              </a:buClr>
              <a:defRPr sz="2500">
                <a:solidFill>
                  <a:schemeClr val="tx1"/>
                </a:solidFill>
                <a:latin typeface="Be Vietnam Pro" pitchFamily="2" charset="0"/>
              </a:defRPr>
            </a:lvl1pPr>
            <a:lvl2pPr marL="569913" indent="-225425" algn="l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569913" algn="l"/>
              </a:tabLst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  <a:lvl3pPr marL="855663" indent="-228600" algn="l"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Be Vietnam Pro" pitchFamily="2" charset="0"/>
              </a:defRPr>
            </a:lvl3pPr>
            <a:lvl4pPr marL="1084263" indent="-228600" algn="l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Be Vietnam Pro" pitchFamily="2" charset="0"/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sz="1800">
                <a:solidFill>
                  <a:schemeClr val="tx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FE2DE74-F95C-C2B6-1AE2-DC0BC7A3F4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751C481-4D42-22A9-8142-34A1DF34C4DF}"/>
              </a:ext>
            </a:extLst>
          </p:cNvPr>
          <p:cNvSpPr/>
          <p:nvPr/>
        </p:nvSpPr>
        <p:spPr>
          <a:xfrm rot="16200000">
            <a:off x="-872812" y="2009997"/>
            <a:ext cx="4393649" cy="1229366"/>
          </a:xfrm>
          <a:custGeom>
            <a:avLst/>
            <a:gdLst>
              <a:gd name="connsiteX0" fmla="*/ 517468 w 4393649"/>
              <a:gd name="connsiteY0" fmla="*/ 574525 h 1229366"/>
              <a:gd name="connsiteX1" fmla="*/ 496754 w 4393649"/>
              <a:gd name="connsiteY1" fmla="*/ 468160 h 1229366"/>
              <a:gd name="connsiteX2" fmla="*/ 435756 w 4393649"/>
              <a:gd name="connsiteY2" fmla="*/ 393564 h 1229366"/>
              <a:gd name="connsiteX3" fmla="*/ 334601 w 4393649"/>
              <a:gd name="connsiteY3" fmla="*/ 365733 h 1229366"/>
              <a:gd name="connsiteX4" fmla="*/ 232174 w 4393649"/>
              <a:gd name="connsiteY4" fmla="*/ 394962 h 1229366"/>
              <a:gd name="connsiteX5" fmla="*/ 175116 w 4393649"/>
              <a:gd name="connsiteY5" fmla="*/ 471464 h 1229366"/>
              <a:gd name="connsiteX6" fmla="*/ 156943 w 4393649"/>
              <a:gd name="connsiteY6" fmla="*/ 574525 h 1229366"/>
              <a:gd name="connsiteX7" fmla="*/ 175116 w 4393649"/>
              <a:gd name="connsiteY7" fmla="*/ 679620 h 1229366"/>
              <a:gd name="connsiteX8" fmla="*/ 233445 w 4393649"/>
              <a:gd name="connsiteY8" fmla="*/ 755487 h 1229366"/>
              <a:gd name="connsiteX9" fmla="*/ 335871 w 4393649"/>
              <a:gd name="connsiteY9" fmla="*/ 783317 h 1229366"/>
              <a:gd name="connsiteX10" fmla="*/ 435756 w 4393649"/>
              <a:gd name="connsiteY10" fmla="*/ 754724 h 1229366"/>
              <a:gd name="connsiteX11" fmla="*/ 496754 w 4393649"/>
              <a:gd name="connsiteY11" fmla="*/ 678222 h 1229366"/>
              <a:gd name="connsiteX12" fmla="*/ 517468 w 4393649"/>
              <a:gd name="connsiteY12" fmla="*/ 574525 h 1229366"/>
              <a:gd name="connsiteX13" fmla="*/ 674411 w 4393649"/>
              <a:gd name="connsiteY13" fmla="*/ 233444 h 1229366"/>
              <a:gd name="connsiteX14" fmla="*/ 674411 w 4393649"/>
              <a:gd name="connsiteY14" fmla="*/ 916878 h 1229366"/>
              <a:gd name="connsiteX15" fmla="*/ 521408 w 4393649"/>
              <a:gd name="connsiteY15" fmla="*/ 916878 h 1229366"/>
              <a:gd name="connsiteX16" fmla="*/ 517468 w 4393649"/>
              <a:gd name="connsiteY16" fmla="*/ 840376 h 1229366"/>
              <a:gd name="connsiteX17" fmla="*/ 421523 w 4393649"/>
              <a:gd name="connsiteY17" fmla="*/ 905186 h 1229366"/>
              <a:gd name="connsiteX18" fmla="*/ 302195 w 4393649"/>
              <a:gd name="connsiteY18" fmla="*/ 925900 h 1229366"/>
              <a:gd name="connsiteX19" fmla="*/ 168635 w 4393649"/>
              <a:gd name="connsiteY19" fmla="*/ 899341 h 1229366"/>
              <a:gd name="connsiteX20" fmla="*/ 74596 w 4393649"/>
              <a:gd name="connsiteY20" fmla="*/ 825380 h 1229366"/>
              <a:gd name="connsiteX21" fmla="*/ 18808 w 4393649"/>
              <a:gd name="connsiteY21" fmla="*/ 714567 h 1229366"/>
              <a:gd name="connsiteX22" fmla="*/ 0 w 4393649"/>
              <a:gd name="connsiteY22" fmla="*/ 578338 h 1229366"/>
              <a:gd name="connsiteX23" fmla="*/ 35709 w 4393649"/>
              <a:gd name="connsiteY23" fmla="*/ 395470 h 1229366"/>
              <a:gd name="connsiteX24" fmla="*/ 143346 w 4393649"/>
              <a:gd name="connsiteY24" fmla="*/ 269026 h 1229366"/>
              <a:gd name="connsiteX25" fmla="*/ 321638 w 4393649"/>
              <a:gd name="connsiteY25" fmla="*/ 223023 h 1229366"/>
              <a:gd name="connsiteX26" fmla="*/ 431816 w 4393649"/>
              <a:gd name="connsiteY26" fmla="*/ 243102 h 1229366"/>
              <a:gd name="connsiteX27" fmla="*/ 518739 w 4393649"/>
              <a:gd name="connsiteY27" fmla="*/ 303464 h 1229366"/>
              <a:gd name="connsiteX28" fmla="*/ 523949 w 4393649"/>
              <a:gd name="connsiteY28" fmla="*/ 233444 h 1229366"/>
              <a:gd name="connsiteX29" fmla="*/ 1277405 w 4393649"/>
              <a:gd name="connsiteY29" fmla="*/ 571857 h 1229366"/>
              <a:gd name="connsiteX30" fmla="*/ 1257326 w 4393649"/>
              <a:gd name="connsiteY30" fmla="*/ 466762 h 1229366"/>
              <a:gd name="connsiteX31" fmla="*/ 1197726 w 4393649"/>
              <a:gd name="connsiteY31" fmla="*/ 392801 h 1229366"/>
              <a:gd name="connsiteX32" fmla="*/ 1095935 w 4393649"/>
              <a:gd name="connsiteY32" fmla="*/ 365606 h 1229366"/>
              <a:gd name="connsiteX33" fmla="*/ 990841 w 4393649"/>
              <a:gd name="connsiteY33" fmla="*/ 395470 h 1229366"/>
              <a:gd name="connsiteX34" fmla="*/ 934417 w 4393649"/>
              <a:gd name="connsiteY34" fmla="*/ 473878 h 1229366"/>
              <a:gd name="connsiteX35" fmla="*/ 916880 w 4393649"/>
              <a:gd name="connsiteY35" fmla="*/ 576940 h 1229366"/>
              <a:gd name="connsiteX36" fmla="*/ 935053 w 4393649"/>
              <a:gd name="connsiteY36" fmla="*/ 681272 h 1229366"/>
              <a:gd name="connsiteX37" fmla="*/ 992111 w 4393649"/>
              <a:gd name="connsiteY37" fmla="*/ 756503 h 1229366"/>
              <a:gd name="connsiteX38" fmla="*/ 1094537 w 4393649"/>
              <a:gd name="connsiteY38" fmla="*/ 784334 h 1229366"/>
              <a:gd name="connsiteX39" fmla="*/ 1094537 w 4393649"/>
              <a:gd name="connsiteY39" fmla="*/ 784588 h 1229366"/>
              <a:gd name="connsiteX40" fmla="*/ 1195693 w 4393649"/>
              <a:gd name="connsiteY40" fmla="*/ 755359 h 1229366"/>
              <a:gd name="connsiteX41" fmla="*/ 1256691 w 4393649"/>
              <a:gd name="connsiteY41" fmla="*/ 677587 h 1229366"/>
              <a:gd name="connsiteX42" fmla="*/ 1277405 w 4393649"/>
              <a:gd name="connsiteY42" fmla="*/ 571857 h 1229366"/>
              <a:gd name="connsiteX43" fmla="*/ 1434348 w 4393649"/>
              <a:gd name="connsiteY43" fmla="*/ 233189 h 1229366"/>
              <a:gd name="connsiteX44" fmla="*/ 1434348 w 4393649"/>
              <a:gd name="connsiteY44" fmla="*/ 856896 h 1229366"/>
              <a:gd name="connsiteX45" fmla="*/ 1401308 w 4393649"/>
              <a:gd name="connsiteY45" fmla="*/ 1055903 h 1229366"/>
              <a:gd name="connsiteX46" fmla="*/ 1295577 w 4393649"/>
              <a:gd name="connsiteY46" fmla="*/ 1184253 h 1229366"/>
              <a:gd name="connsiteX47" fmla="*/ 1103687 w 4393649"/>
              <a:gd name="connsiteY47" fmla="*/ 1228985 h 1229366"/>
              <a:gd name="connsiteX48" fmla="*/ 1103560 w 4393649"/>
              <a:gd name="connsiteY48" fmla="*/ 1229366 h 1229366"/>
              <a:gd name="connsiteX49" fmla="*/ 962883 w 4393649"/>
              <a:gd name="connsiteY49" fmla="*/ 1205348 h 1229366"/>
              <a:gd name="connsiteX50" fmla="*/ 852705 w 4393649"/>
              <a:gd name="connsiteY50" fmla="*/ 1130117 h 1229366"/>
              <a:gd name="connsiteX51" fmla="*/ 792342 w 4393649"/>
              <a:gd name="connsiteY51" fmla="*/ 998463 h 1229366"/>
              <a:gd name="connsiteX52" fmla="*/ 954496 w 4393649"/>
              <a:gd name="connsiteY52" fmla="*/ 998463 h 1229366"/>
              <a:gd name="connsiteX53" fmla="*/ 985630 w 4393649"/>
              <a:gd name="connsiteY53" fmla="*/ 1049040 h 1229366"/>
              <a:gd name="connsiteX54" fmla="*/ 1040783 w 4393649"/>
              <a:gd name="connsiteY54" fmla="*/ 1076871 h 1229366"/>
              <a:gd name="connsiteX55" fmla="*/ 1106229 w 4393649"/>
              <a:gd name="connsiteY55" fmla="*/ 1085258 h 1229366"/>
              <a:gd name="connsiteX56" fmla="*/ 1206749 w 4393649"/>
              <a:gd name="connsiteY56" fmla="*/ 1059334 h 1229366"/>
              <a:gd name="connsiteX57" fmla="*/ 1259233 w 4393649"/>
              <a:gd name="connsiteY57" fmla="*/ 988678 h 1229366"/>
              <a:gd name="connsiteX58" fmla="*/ 1274736 w 4393649"/>
              <a:gd name="connsiteY58" fmla="*/ 890699 h 1229366"/>
              <a:gd name="connsiteX59" fmla="*/ 1274736 w 4393649"/>
              <a:gd name="connsiteY59" fmla="*/ 825889 h 1229366"/>
              <a:gd name="connsiteX60" fmla="*/ 1215771 w 4393649"/>
              <a:gd name="connsiteY60" fmla="*/ 885489 h 1229366"/>
              <a:gd name="connsiteX61" fmla="*/ 1140540 w 4393649"/>
              <a:gd name="connsiteY61" fmla="*/ 915988 h 1229366"/>
              <a:gd name="connsiteX62" fmla="*/ 1062132 w 4393649"/>
              <a:gd name="connsiteY62" fmla="*/ 924375 h 1229366"/>
              <a:gd name="connsiteX63" fmla="*/ 889050 w 4393649"/>
              <a:gd name="connsiteY63" fmla="*/ 877737 h 1229366"/>
              <a:gd name="connsiteX64" fmla="*/ 791198 w 4393649"/>
              <a:gd name="connsiteY64" fmla="*/ 752564 h 1229366"/>
              <a:gd name="connsiteX65" fmla="*/ 760064 w 4393649"/>
              <a:gd name="connsiteY65" fmla="*/ 579481 h 1229366"/>
              <a:gd name="connsiteX66" fmla="*/ 794375 w 4393649"/>
              <a:gd name="connsiteY66" fmla="*/ 399918 h 1229366"/>
              <a:gd name="connsiteX67" fmla="*/ 898072 w 4393649"/>
              <a:gd name="connsiteY67" fmla="*/ 270932 h 1229366"/>
              <a:gd name="connsiteX68" fmla="*/ 1072553 w 4393649"/>
              <a:gd name="connsiteY68" fmla="*/ 222896 h 1229366"/>
              <a:gd name="connsiteX69" fmla="*/ 1187306 w 4393649"/>
              <a:gd name="connsiteY69" fmla="*/ 244245 h 1229366"/>
              <a:gd name="connsiteX70" fmla="*/ 1277405 w 4393649"/>
              <a:gd name="connsiteY70" fmla="*/ 308421 h 1229366"/>
              <a:gd name="connsiteX71" fmla="*/ 1287826 w 4393649"/>
              <a:gd name="connsiteY71" fmla="*/ 233189 h 1229366"/>
              <a:gd name="connsiteX72" fmla="*/ 2010017 w 4393649"/>
              <a:gd name="connsiteY72" fmla="*/ 508318 h 1229366"/>
              <a:gd name="connsiteX73" fmla="*/ 1990574 w 4393649"/>
              <a:gd name="connsiteY73" fmla="*/ 430545 h 1229366"/>
              <a:gd name="connsiteX74" fmla="*/ 1935421 w 4393649"/>
              <a:gd name="connsiteY74" fmla="*/ 375392 h 1229366"/>
              <a:gd name="connsiteX75" fmla="*/ 1849134 w 4393649"/>
              <a:gd name="connsiteY75" fmla="*/ 355314 h 1229366"/>
              <a:gd name="connsiteX76" fmla="*/ 1758399 w 4393649"/>
              <a:gd name="connsiteY76" fmla="*/ 377426 h 1229366"/>
              <a:gd name="connsiteX77" fmla="*/ 1702612 w 4393649"/>
              <a:gd name="connsiteY77" fmla="*/ 434484 h 1229366"/>
              <a:gd name="connsiteX78" fmla="*/ 1680664 w 4393649"/>
              <a:gd name="connsiteY78" fmla="*/ 508318 h 1229366"/>
              <a:gd name="connsiteX79" fmla="*/ 1680627 w 4393649"/>
              <a:gd name="connsiteY79" fmla="*/ 508318 h 1229366"/>
              <a:gd name="connsiteX80" fmla="*/ 1680627 w 4393649"/>
              <a:gd name="connsiteY80" fmla="*/ 508445 h 1229366"/>
              <a:gd name="connsiteX81" fmla="*/ 1680664 w 4393649"/>
              <a:gd name="connsiteY81" fmla="*/ 508318 h 1229366"/>
              <a:gd name="connsiteX82" fmla="*/ 2164037 w 4393649"/>
              <a:gd name="connsiteY82" fmla="*/ 563979 h 1229366"/>
              <a:gd name="connsiteX83" fmla="*/ 2161495 w 4393649"/>
              <a:gd name="connsiteY83" fmla="*/ 594478 h 1229366"/>
              <a:gd name="connsiteX84" fmla="*/ 2157556 w 4393649"/>
              <a:gd name="connsiteY84" fmla="*/ 626248 h 1229366"/>
              <a:gd name="connsiteX85" fmla="*/ 1677703 w 4393649"/>
              <a:gd name="connsiteY85" fmla="*/ 626248 h 1229366"/>
              <a:gd name="connsiteX86" fmla="*/ 1701721 w 4393649"/>
              <a:gd name="connsiteY86" fmla="*/ 709231 h 1229366"/>
              <a:gd name="connsiteX87" fmla="*/ 1758780 w 4393649"/>
              <a:gd name="connsiteY87" fmla="*/ 768831 h 1229366"/>
              <a:gd name="connsiteX88" fmla="*/ 1851548 w 4393649"/>
              <a:gd name="connsiteY88" fmla="*/ 790943 h 1229366"/>
              <a:gd name="connsiteX89" fmla="*/ 1913817 w 4393649"/>
              <a:gd name="connsiteY89" fmla="*/ 782555 h 1229366"/>
              <a:gd name="connsiteX90" fmla="*/ 1966301 w 4393649"/>
              <a:gd name="connsiteY90" fmla="*/ 757267 h 1229366"/>
              <a:gd name="connsiteX91" fmla="*/ 1996800 w 4393649"/>
              <a:gd name="connsiteY91" fmla="*/ 714441 h 1229366"/>
              <a:gd name="connsiteX92" fmla="*/ 2155014 w 4393649"/>
              <a:gd name="connsiteY92" fmla="*/ 714441 h 1229366"/>
              <a:gd name="connsiteX93" fmla="*/ 2092745 w 4393649"/>
              <a:gd name="connsiteY93" fmla="*/ 835039 h 1229366"/>
              <a:gd name="connsiteX94" fmla="*/ 1984473 w 4393649"/>
              <a:gd name="connsiteY94" fmla="*/ 903789 h 1229366"/>
              <a:gd name="connsiteX95" fmla="*/ 1851548 w 4393649"/>
              <a:gd name="connsiteY95" fmla="*/ 925774 h 1229366"/>
              <a:gd name="connsiteX96" fmla="*/ 1851802 w 4393649"/>
              <a:gd name="connsiteY96" fmla="*/ 925901 h 1229366"/>
              <a:gd name="connsiteX97" fmla="*/ 1670841 w 4393649"/>
              <a:gd name="connsiteY97" fmla="*/ 881805 h 1229366"/>
              <a:gd name="connsiteX98" fmla="*/ 1557994 w 4393649"/>
              <a:gd name="connsiteY98" fmla="*/ 759300 h 1229366"/>
              <a:gd name="connsiteX99" fmla="*/ 1519743 w 4393649"/>
              <a:gd name="connsiteY99" fmla="*/ 577068 h 1229366"/>
              <a:gd name="connsiteX100" fmla="*/ 1559266 w 4393649"/>
              <a:gd name="connsiteY100" fmla="*/ 393565 h 1229366"/>
              <a:gd name="connsiteX101" fmla="*/ 1673383 w 4393649"/>
              <a:gd name="connsiteY101" fmla="*/ 268391 h 1229366"/>
              <a:gd name="connsiteX102" fmla="*/ 1852947 w 4393649"/>
              <a:gd name="connsiteY102" fmla="*/ 223024 h 1229366"/>
              <a:gd name="connsiteX103" fmla="*/ 1989049 w 4393649"/>
              <a:gd name="connsiteY103" fmla="*/ 250854 h 1229366"/>
              <a:gd name="connsiteX104" fmla="*/ 2086900 w 4393649"/>
              <a:gd name="connsiteY104" fmla="*/ 326721 h 1229366"/>
              <a:gd name="connsiteX105" fmla="*/ 2145865 w 4393649"/>
              <a:gd name="connsiteY105" fmla="*/ 435628 h 1229366"/>
              <a:gd name="connsiteX106" fmla="*/ 2164037 w 4393649"/>
              <a:gd name="connsiteY106" fmla="*/ 563979 h 1229366"/>
              <a:gd name="connsiteX107" fmla="*/ 2877590 w 4393649"/>
              <a:gd name="connsiteY107" fmla="*/ 539451 h 1229366"/>
              <a:gd name="connsiteX108" fmla="*/ 2877590 w 4393649"/>
              <a:gd name="connsiteY108" fmla="*/ 916878 h 1229366"/>
              <a:gd name="connsiteX109" fmla="*/ 2719376 w 4393649"/>
              <a:gd name="connsiteY109" fmla="*/ 916878 h 1229366"/>
              <a:gd name="connsiteX110" fmla="*/ 2719376 w 4393649"/>
              <a:gd name="connsiteY110" fmla="*/ 565375 h 1229366"/>
              <a:gd name="connsiteX111" fmla="*/ 2714166 w 4393649"/>
              <a:gd name="connsiteY111" fmla="*/ 492051 h 1229366"/>
              <a:gd name="connsiteX112" fmla="*/ 2694087 w 4393649"/>
              <a:gd name="connsiteY112" fmla="*/ 427875 h 1229366"/>
              <a:gd name="connsiteX113" fmla="*/ 2651897 w 4393649"/>
              <a:gd name="connsiteY113" fmla="*/ 382508 h 1229366"/>
              <a:gd name="connsiteX114" fmla="*/ 2579334 w 4393649"/>
              <a:gd name="connsiteY114" fmla="*/ 365606 h 1229366"/>
              <a:gd name="connsiteX115" fmla="*/ 2484660 w 4393649"/>
              <a:gd name="connsiteY115" fmla="*/ 395470 h 1229366"/>
              <a:gd name="connsiteX116" fmla="*/ 2426330 w 4393649"/>
              <a:gd name="connsiteY116" fmla="*/ 475276 h 1229366"/>
              <a:gd name="connsiteX117" fmla="*/ 2406887 w 4393649"/>
              <a:gd name="connsiteY117" fmla="*/ 588758 h 1229366"/>
              <a:gd name="connsiteX118" fmla="*/ 2406887 w 4393649"/>
              <a:gd name="connsiteY118" fmla="*/ 916878 h 1229366"/>
              <a:gd name="connsiteX119" fmla="*/ 2248673 w 4393649"/>
              <a:gd name="connsiteY119" fmla="*/ 916878 h 1229366"/>
              <a:gd name="connsiteX120" fmla="*/ 2248673 w 4393649"/>
              <a:gd name="connsiteY120" fmla="*/ 233444 h 1229366"/>
              <a:gd name="connsiteX121" fmla="*/ 2396467 w 4393649"/>
              <a:gd name="connsiteY121" fmla="*/ 233444 h 1229366"/>
              <a:gd name="connsiteX122" fmla="*/ 2405489 w 4393649"/>
              <a:gd name="connsiteY122" fmla="*/ 320366 h 1229366"/>
              <a:gd name="connsiteX123" fmla="*/ 2469029 w 4393649"/>
              <a:gd name="connsiteY123" fmla="*/ 263307 h 1229366"/>
              <a:gd name="connsiteX124" fmla="*/ 2545531 w 4393649"/>
              <a:gd name="connsiteY124" fmla="*/ 232808 h 1229366"/>
              <a:gd name="connsiteX125" fmla="*/ 2620762 w 4393649"/>
              <a:gd name="connsiteY125" fmla="*/ 223023 h 1229366"/>
              <a:gd name="connsiteX126" fmla="*/ 2774401 w 4393649"/>
              <a:gd name="connsiteY126" fmla="*/ 265849 h 1229366"/>
              <a:gd name="connsiteX127" fmla="*/ 2854207 w 4393649"/>
              <a:gd name="connsiteY127" fmla="*/ 379966 h 1229366"/>
              <a:gd name="connsiteX128" fmla="*/ 2877590 w 4393649"/>
              <a:gd name="connsiteY128" fmla="*/ 539451 h 1229366"/>
              <a:gd name="connsiteX129" fmla="*/ 3476770 w 4393649"/>
              <a:gd name="connsiteY129" fmla="*/ 573256 h 1229366"/>
              <a:gd name="connsiteX130" fmla="*/ 3456691 w 4393649"/>
              <a:gd name="connsiteY130" fmla="*/ 469559 h 1229366"/>
              <a:gd name="connsiteX131" fmla="*/ 3396328 w 4393649"/>
              <a:gd name="connsiteY131" fmla="*/ 394328 h 1229366"/>
              <a:gd name="connsiteX132" fmla="*/ 3293902 w 4393649"/>
              <a:gd name="connsiteY132" fmla="*/ 365735 h 1229366"/>
              <a:gd name="connsiteX133" fmla="*/ 3189569 w 4393649"/>
              <a:gd name="connsiteY133" fmla="*/ 395599 h 1229366"/>
              <a:gd name="connsiteX134" fmla="*/ 3133781 w 4393649"/>
              <a:gd name="connsiteY134" fmla="*/ 474007 h 1229366"/>
              <a:gd name="connsiteX135" fmla="*/ 3116245 w 4393649"/>
              <a:gd name="connsiteY135" fmla="*/ 578339 h 1229366"/>
              <a:gd name="connsiteX136" fmla="*/ 3126031 w 4393649"/>
              <a:gd name="connsiteY136" fmla="*/ 656747 h 1229366"/>
              <a:gd name="connsiteX137" fmla="*/ 3156529 w 4393649"/>
              <a:gd name="connsiteY137" fmla="*/ 722193 h 1229366"/>
              <a:gd name="connsiteX138" fmla="*/ 3211046 w 4393649"/>
              <a:gd name="connsiteY138" fmla="*/ 766925 h 1229366"/>
              <a:gd name="connsiteX139" fmla="*/ 3294030 w 4393649"/>
              <a:gd name="connsiteY139" fmla="*/ 783192 h 1229366"/>
              <a:gd name="connsiteX140" fmla="*/ 3293902 w 4393649"/>
              <a:gd name="connsiteY140" fmla="*/ 783319 h 1229366"/>
              <a:gd name="connsiteX141" fmla="*/ 3396328 w 4393649"/>
              <a:gd name="connsiteY141" fmla="*/ 754090 h 1229366"/>
              <a:gd name="connsiteX142" fmla="*/ 3456691 w 4393649"/>
              <a:gd name="connsiteY142" fmla="*/ 676318 h 1229366"/>
              <a:gd name="connsiteX143" fmla="*/ 3476770 w 4393649"/>
              <a:gd name="connsiteY143" fmla="*/ 573256 h 1229366"/>
              <a:gd name="connsiteX144" fmla="*/ 3633841 w 4393649"/>
              <a:gd name="connsiteY144" fmla="*/ 0 h 1229366"/>
              <a:gd name="connsiteX145" fmla="*/ 3633841 w 4393649"/>
              <a:gd name="connsiteY145" fmla="*/ 916879 h 1229366"/>
              <a:gd name="connsiteX146" fmla="*/ 3480836 w 4393649"/>
              <a:gd name="connsiteY146" fmla="*/ 916879 h 1229366"/>
              <a:gd name="connsiteX147" fmla="*/ 3478295 w 4393649"/>
              <a:gd name="connsiteY147" fmla="*/ 831228 h 1229366"/>
              <a:gd name="connsiteX148" fmla="*/ 3420601 w 4393649"/>
              <a:gd name="connsiteY148" fmla="*/ 884347 h 1229366"/>
              <a:gd name="connsiteX149" fmla="*/ 3347275 w 4393649"/>
              <a:gd name="connsiteY149" fmla="*/ 915481 h 1229366"/>
              <a:gd name="connsiteX150" fmla="*/ 3264292 w 4393649"/>
              <a:gd name="connsiteY150" fmla="*/ 925902 h 1229366"/>
              <a:gd name="connsiteX151" fmla="*/ 3264038 w 4393649"/>
              <a:gd name="connsiteY151" fmla="*/ 925902 h 1229366"/>
              <a:gd name="connsiteX152" fmla="*/ 3092863 w 4393649"/>
              <a:gd name="connsiteY152" fmla="*/ 878628 h 1229366"/>
              <a:gd name="connsiteX153" fmla="*/ 2992342 w 4393649"/>
              <a:gd name="connsiteY153" fmla="*/ 752184 h 1229366"/>
              <a:gd name="connsiteX154" fmla="*/ 2959301 w 4393649"/>
              <a:gd name="connsiteY154" fmla="*/ 575798 h 1229366"/>
              <a:gd name="connsiteX155" fmla="*/ 2994375 w 4393649"/>
              <a:gd name="connsiteY155" fmla="*/ 394836 h 1229366"/>
              <a:gd name="connsiteX156" fmla="*/ 3099470 w 4393649"/>
              <a:gd name="connsiteY156" fmla="*/ 269028 h 1229366"/>
              <a:gd name="connsiteX157" fmla="*/ 3274586 w 4393649"/>
              <a:gd name="connsiteY157" fmla="*/ 223025 h 1229366"/>
              <a:gd name="connsiteX158" fmla="*/ 3350452 w 4393649"/>
              <a:gd name="connsiteY158" fmla="*/ 231412 h 1229366"/>
              <a:gd name="connsiteX159" fmla="*/ 3420473 w 4393649"/>
              <a:gd name="connsiteY159" fmla="*/ 257336 h 1229366"/>
              <a:gd name="connsiteX160" fmla="*/ 3475625 w 4393649"/>
              <a:gd name="connsiteY160" fmla="*/ 303339 h 1229366"/>
              <a:gd name="connsiteX161" fmla="*/ 3475625 w 4393649"/>
              <a:gd name="connsiteY161" fmla="*/ 0 h 1229366"/>
              <a:gd name="connsiteX162" fmla="*/ 4236706 w 4393649"/>
              <a:gd name="connsiteY162" fmla="*/ 574525 h 1229366"/>
              <a:gd name="connsiteX163" fmla="*/ 4215992 w 4393649"/>
              <a:gd name="connsiteY163" fmla="*/ 468160 h 1229366"/>
              <a:gd name="connsiteX164" fmla="*/ 4154994 w 4393649"/>
              <a:gd name="connsiteY164" fmla="*/ 393564 h 1229366"/>
              <a:gd name="connsiteX165" fmla="*/ 4053838 w 4393649"/>
              <a:gd name="connsiteY165" fmla="*/ 365733 h 1229366"/>
              <a:gd name="connsiteX166" fmla="*/ 3951412 w 4393649"/>
              <a:gd name="connsiteY166" fmla="*/ 394962 h 1229366"/>
              <a:gd name="connsiteX167" fmla="*/ 3894354 w 4393649"/>
              <a:gd name="connsiteY167" fmla="*/ 471464 h 1229366"/>
              <a:gd name="connsiteX168" fmla="*/ 3876181 w 4393649"/>
              <a:gd name="connsiteY168" fmla="*/ 574525 h 1229366"/>
              <a:gd name="connsiteX169" fmla="*/ 3894354 w 4393649"/>
              <a:gd name="connsiteY169" fmla="*/ 679620 h 1229366"/>
              <a:gd name="connsiteX170" fmla="*/ 3952683 w 4393649"/>
              <a:gd name="connsiteY170" fmla="*/ 755487 h 1229366"/>
              <a:gd name="connsiteX171" fmla="*/ 4055109 w 4393649"/>
              <a:gd name="connsiteY171" fmla="*/ 783317 h 1229366"/>
              <a:gd name="connsiteX172" fmla="*/ 4154994 w 4393649"/>
              <a:gd name="connsiteY172" fmla="*/ 754724 h 1229366"/>
              <a:gd name="connsiteX173" fmla="*/ 4215992 w 4393649"/>
              <a:gd name="connsiteY173" fmla="*/ 678222 h 1229366"/>
              <a:gd name="connsiteX174" fmla="*/ 4236706 w 4393649"/>
              <a:gd name="connsiteY174" fmla="*/ 574525 h 1229366"/>
              <a:gd name="connsiteX175" fmla="*/ 4393649 w 4393649"/>
              <a:gd name="connsiteY175" fmla="*/ 233444 h 1229366"/>
              <a:gd name="connsiteX176" fmla="*/ 4393649 w 4393649"/>
              <a:gd name="connsiteY176" fmla="*/ 916878 h 1229366"/>
              <a:gd name="connsiteX177" fmla="*/ 4240646 w 4393649"/>
              <a:gd name="connsiteY177" fmla="*/ 916878 h 1229366"/>
              <a:gd name="connsiteX178" fmla="*/ 4236706 w 4393649"/>
              <a:gd name="connsiteY178" fmla="*/ 840376 h 1229366"/>
              <a:gd name="connsiteX179" fmla="*/ 4140761 w 4393649"/>
              <a:gd name="connsiteY179" fmla="*/ 905186 h 1229366"/>
              <a:gd name="connsiteX180" fmla="*/ 4021433 w 4393649"/>
              <a:gd name="connsiteY180" fmla="*/ 925900 h 1229366"/>
              <a:gd name="connsiteX181" fmla="*/ 3887872 w 4393649"/>
              <a:gd name="connsiteY181" fmla="*/ 899341 h 1229366"/>
              <a:gd name="connsiteX182" fmla="*/ 3793834 w 4393649"/>
              <a:gd name="connsiteY182" fmla="*/ 825380 h 1229366"/>
              <a:gd name="connsiteX183" fmla="*/ 3738046 w 4393649"/>
              <a:gd name="connsiteY183" fmla="*/ 714567 h 1229366"/>
              <a:gd name="connsiteX184" fmla="*/ 3719238 w 4393649"/>
              <a:gd name="connsiteY184" fmla="*/ 578338 h 1229366"/>
              <a:gd name="connsiteX185" fmla="*/ 3754947 w 4393649"/>
              <a:gd name="connsiteY185" fmla="*/ 395470 h 1229366"/>
              <a:gd name="connsiteX186" fmla="*/ 3862584 w 4393649"/>
              <a:gd name="connsiteY186" fmla="*/ 269026 h 1229366"/>
              <a:gd name="connsiteX187" fmla="*/ 4040876 w 4393649"/>
              <a:gd name="connsiteY187" fmla="*/ 223023 h 1229366"/>
              <a:gd name="connsiteX188" fmla="*/ 4151054 w 4393649"/>
              <a:gd name="connsiteY188" fmla="*/ 243102 h 1229366"/>
              <a:gd name="connsiteX189" fmla="*/ 4237977 w 4393649"/>
              <a:gd name="connsiteY189" fmla="*/ 303464 h 1229366"/>
              <a:gd name="connsiteX190" fmla="*/ 4243187 w 4393649"/>
              <a:gd name="connsiteY190" fmla="*/ 233444 h 1229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4393649" h="1229366">
                <a:moveTo>
                  <a:pt x="517468" y="574525"/>
                </a:moveTo>
                <a:cubicBezTo>
                  <a:pt x="517468" y="534749"/>
                  <a:pt x="510479" y="499294"/>
                  <a:pt x="496754" y="468160"/>
                </a:cubicBezTo>
                <a:cubicBezTo>
                  <a:pt x="482902" y="437025"/>
                  <a:pt x="462570" y="412245"/>
                  <a:pt x="435756" y="393564"/>
                </a:cubicBezTo>
                <a:cubicBezTo>
                  <a:pt x="408942" y="375010"/>
                  <a:pt x="375266" y="365733"/>
                  <a:pt x="334601" y="365733"/>
                </a:cubicBezTo>
                <a:cubicBezTo>
                  <a:pt x="293935" y="365733"/>
                  <a:pt x="258099" y="375519"/>
                  <a:pt x="232174" y="394962"/>
                </a:cubicBezTo>
                <a:cubicBezTo>
                  <a:pt x="206250" y="414405"/>
                  <a:pt x="187188" y="439948"/>
                  <a:pt x="175116" y="471464"/>
                </a:cubicBezTo>
                <a:cubicBezTo>
                  <a:pt x="163043" y="502979"/>
                  <a:pt x="156943" y="537418"/>
                  <a:pt x="156943" y="574525"/>
                </a:cubicBezTo>
                <a:cubicBezTo>
                  <a:pt x="156943" y="611632"/>
                  <a:pt x="163043" y="647596"/>
                  <a:pt x="175116" y="679620"/>
                </a:cubicBezTo>
                <a:cubicBezTo>
                  <a:pt x="187188" y="711644"/>
                  <a:pt x="206631" y="736933"/>
                  <a:pt x="233445" y="755487"/>
                </a:cubicBezTo>
                <a:cubicBezTo>
                  <a:pt x="260259" y="774040"/>
                  <a:pt x="294443" y="783317"/>
                  <a:pt x="335871" y="783317"/>
                </a:cubicBezTo>
                <a:cubicBezTo>
                  <a:pt x="375647" y="783317"/>
                  <a:pt x="408942" y="773786"/>
                  <a:pt x="435756" y="754724"/>
                </a:cubicBezTo>
                <a:cubicBezTo>
                  <a:pt x="462570" y="735662"/>
                  <a:pt x="482902" y="710246"/>
                  <a:pt x="496754" y="678222"/>
                </a:cubicBezTo>
                <a:cubicBezTo>
                  <a:pt x="510606" y="646198"/>
                  <a:pt x="517468" y="611632"/>
                  <a:pt x="517468" y="574525"/>
                </a:cubicBezTo>
                <a:close/>
                <a:moveTo>
                  <a:pt x="674411" y="233444"/>
                </a:moveTo>
                <a:lnTo>
                  <a:pt x="674411" y="916878"/>
                </a:lnTo>
                <a:lnTo>
                  <a:pt x="521408" y="916878"/>
                </a:lnTo>
                <a:lnTo>
                  <a:pt x="517468" y="840376"/>
                </a:lnTo>
                <a:cubicBezTo>
                  <a:pt x="491544" y="869731"/>
                  <a:pt x="459520" y="891335"/>
                  <a:pt x="421523" y="905186"/>
                </a:cubicBezTo>
                <a:cubicBezTo>
                  <a:pt x="383526" y="919038"/>
                  <a:pt x="343750" y="925900"/>
                  <a:pt x="302195" y="925900"/>
                </a:cubicBezTo>
                <a:cubicBezTo>
                  <a:pt x="251109" y="925900"/>
                  <a:pt x="206631" y="917005"/>
                  <a:pt x="168635" y="899341"/>
                </a:cubicBezTo>
                <a:cubicBezTo>
                  <a:pt x="130638" y="881677"/>
                  <a:pt x="99249" y="857023"/>
                  <a:pt x="74596" y="825380"/>
                </a:cubicBezTo>
                <a:cubicBezTo>
                  <a:pt x="49942" y="793865"/>
                  <a:pt x="31389" y="756884"/>
                  <a:pt x="18808" y="714567"/>
                </a:cubicBezTo>
                <a:cubicBezTo>
                  <a:pt x="6227" y="672249"/>
                  <a:pt x="0" y="626882"/>
                  <a:pt x="0" y="578338"/>
                </a:cubicBezTo>
                <a:cubicBezTo>
                  <a:pt x="0" y="510096"/>
                  <a:pt x="11818" y="449098"/>
                  <a:pt x="35709" y="395470"/>
                </a:cubicBezTo>
                <a:cubicBezTo>
                  <a:pt x="59473" y="341842"/>
                  <a:pt x="95310" y="299779"/>
                  <a:pt x="143346" y="269026"/>
                </a:cubicBezTo>
                <a:cubicBezTo>
                  <a:pt x="191382" y="238400"/>
                  <a:pt x="250728" y="223023"/>
                  <a:pt x="321638" y="223023"/>
                </a:cubicBezTo>
                <a:cubicBezTo>
                  <a:pt x="360525" y="223023"/>
                  <a:pt x="397251" y="229758"/>
                  <a:pt x="431816" y="243102"/>
                </a:cubicBezTo>
                <a:cubicBezTo>
                  <a:pt x="466382" y="256572"/>
                  <a:pt x="495356" y="276651"/>
                  <a:pt x="518739" y="303464"/>
                </a:cubicBezTo>
                <a:lnTo>
                  <a:pt x="523949" y="233444"/>
                </a:lnTo>
                <a:close/>
                <a:moveTo>
                  <a:pt x="1277405" y="571857"/>
                </a:moveTo>
                <a:cubicBezTo>
                  <a:pt x="1277405" y="533733"/>
                  <a:pt x="1270670" y="497896"/>
                  <a:pt x="1257326" y="466762"/>
                </a:cubicBezTo>
                <a:cubicBezTo>
                  <a:pt x="1243856" y="435627"/>
                  <a:pt x="1224032" y="410974"/>
                  <a:pt x="1197726" y="392801"/>
                </a:cubicBezTo>
                <a:cubicBezTo>
                  <a:pt x="1171294" y="374629"/>
                  <a:pt x="1137363" y="365606"/>
                  <a:pt x="1095935" y="365606"/>
                </a:cubicBezTo>
                <a:cubicBezTo>
                  <a:pt x="1051839" y="365606"/>
                  <a:pt x="1016765" y="375519"/>
                  <a:pt x="990841" y="395470"/>
                </a:cubicBezTo>
                <a:cubicBezTo>
                  <a:pt x="964916" y="415422"/>
                  <a:pt x="946108" y="441473"/>
                  <a:pt x="934417" y="473878"/>
                </a:cubicBezTo>
                <a:cubicBezTo>
                  <a:pt x="922726" y="506283"/>
                  <a:pt x="916880" y="540722"/>
                  <a:pt x="916880" y="576940"/>
                </a:cubicBezTo>
                <a:cubicBezTo>
                  <a:pt x="916880" y="613157"/>
                  <a:pt x="922980" y="649756"/>
                  <a:pt x="935053" y="681272"/>
                </a:cubicBezTo>
                <a:cubicBezTo>
                  <a:pt x="947125" y="712788"/>
                  <a:pt x="966187" y="737950"/>
                  <a:pt x="992111" y="756503"/>
                </a:cubicBezTo>
                <a:cubicBezTo>
                  <a:pt x="1018036" y="775057"/>
                  <a:pt x="1052220" y="784334"/>
                  <a:pt x="1094537" y="784334"/>
                </a:cubicBezTo>
                <a:lnTo>
                  <a:pt x="1094537" y="784588"/>
                </a:lnTo>
                <a:cubicBezTo>
                  <a:pt x="1135203" y="784588"/>
                  <a:pt x="1168879" y="774930"/>
                  <a:pt x="1195693" y="755359"/>
                </a:cubicBezTo>
                <a:cubicBezTo>
                  <a:pt x="1222507" y="735916"/>
                  <a:pt x="1242839" y="709992"/>
                  <a:pt x="1256691" y="677587"/>
                </a:cubicBezTo>
                <a:cubicBezTo>
                  <a:pt x="1270543" y="645181"/>
                  <a:pt x="1277405" y="609980"/>
                  <a:pt x="1277405" y="571857"/>
                </a:cubicBezTo>
                <a:close/>
                <a:moveTo>
                  <a:pt x="1434348" y="233189"/>
                </a:moveTo>
                <a:lnTo>
                  <a:pt x="1434348" y="856896"/>
                </a:lnTo>
                <a:cubicBezTo>
                  <a:pt x="1434348" y="933779"/>
                  <a:pt x="1423292" y="1000242"/>
                  <a:pt x="1401308" y="1055903"/>
                </a:cubicBezTo>
                <a:cubicBezTo>
                  <a:pt x="1379323" y="1111691"/>
                  <a:pt x="1343995" y="1154516"/>
                  <a:pt x="1295577" y="1184253"/>
                </a:cubicBezTo>
                <a:cubicBezTo>
                  <a:pt x="1247160" y="1214117"/>
                  <a:pt x="1183239" y="1228985"/>
                  <a:pt x="1103687" y="1228985"/>
                </a:cubicBezTo>
                <a:lnTo>
                  <a:pt x="1103560" y="1229366"/>
                </a:lnTo>
                <a:cubicBezTo>
                  <a:pt x="1053364" y="1229366"/>
                  <a:pt x="1006471" y="1221360"/>
                  <a:pt x="962883" y="1205348"/>
                </a:cubicBezTo>
                <a:cubicBezTo>
                  <a:pt x="919168" y="1189336"/>
                  <a:pt x="882442" y="1164302"/>
                  <a:pt x="852705" y="1130117"/>
                </a:cubicBezTo>
                <a:cubicBezTo>
                  <a:pt x="822841" y="1095933"/>
                  <a:pt x="802763" y="1052090"/>
                  <a:pt x="792342" y="998463"/>
                </a:cubicBezTo>
                <a:lnTo>
                  <a:pt x="954496" y="998463"/>
                </a:lnTo>
                <a:cubicBezTo>
                  <a:pt x="959706" y="1019177"/>
                  <a:pt x="970000" y="1036078"/>
                  <a:pt x="985630" y="1049040"/>
                </a:cubicBezTo>
                <a:cubicBezTo>
                  <a:pt x="1001134" y="1062003"/>
                  <a:pt x="1019561" y="1071279"/>
                  <a:pt x="1040783" y="1076871"/>
                </a:cubicBezTo>
                <a:cubicBezTo>
                  <a:pt x="1062005" y="1082462"/>
                  <a:pt x="1083736" y="1085258"/>
                  <a:pt x="1106229" y="1085258"/>
                </a:cubicBezTo>
                <a:cubicBezTo>
                  <a:pt x="1148546" y="1085258"/>
                  <a:pt x="1182095" y="1076617"/>
                  <a:pt x="1206749" y="1059334"/>
                </a:cubicBezTo>
                <a:cubicBezTo>
                  <a:pt x="1231402" y="1042051"/>
                  <a:pt x="1248939" y="1018541"/>
                  <a:pt x="1259233" y="988678"/>
                </a:cubicBezTo>
                <a:cubicBezTo>
                  <a:pt x="1269653" y="958814"/>
                  <a:pt x="1274736" y="926154"/>
                  <a:pt x="1274736" y="890699"/>
                </a:cubicBezTo>
                <a:lnTo>
                  <a:pt x="1274736" y="825889"/>
                </a:lnTo>
                <a:cubicBezTo>
                  <a:pt x="1259233" y="850923"/>
                  <a:pt x="1239535" y="870875"/>
                  <a:pt x="1215771" y="885489"/>
                </a:cubicBezTo>
                <a:cubicBezTo>
                  <a:pt x="1192008" y="900230"/>
                  <a:pt x="1166973" y="910397"/>
                  <a:pt x="1140540" y="915988"/>
                </a:cubicBezTo>
                <a:cubicBezTo>
                  <a:pt x="1114108" y="921580"/>
                  <a:pt x="1088056" y="924375"/>
                  <a:pt x="1062132" y="924375"/>
                </a:cubicBezTo>
                <a:cubicBezTo>
                  <a:pt x="991222" y="924375"/>
                  <a:pt x="933528" y="908872"/>
                  <a:pt x="889050" y="877737"/>
                </a:cubicBezTo>
                <a:cubicBezTo>
                  <a:pt x="844572" y="846603"/>
                  <a:pt x="811912" y="804921"/>
                  <a:pt x="791198" y="752564"/>
                </a:cubicBezTo>
                <a:cubicBezTo>
                  <a:pt x="770485" y="700207"/>
                  <a:pt x="760064" y="642513"/>
                  <a:pt x="760064" y="579481"/>
                </a:cubicBezTo>
                <a:cubicBezTo>
                  <a:pt x="760064" y="516450"/>
                  <a:pt x="771501" y="453927"/>
                  <a:pt x="794375" y="399918"/>
                </a:cubicBezTo>
                <a:cubicBezTo>
                  <a:pt x="817250" y="345909"/>
                  <a:pt x="851815" y="302829"/>
                  <a:pt x="898072" y="270932"/>
                </a:cubicBezTo>
                <a:cubicBezTo>
                  <a:pt x="944329" y="238908"/>
                  <a:pt x="1002405" y="222896"/>
                  <a:pt x="1072553" y="222896"/>
                </a:cubicBezTo>
                <a:cubicBezTo>
                  <a:pt x="1113218" y="222896"/>
                  <a:pt x="1151469" y="230012"/>
                  <a:pt x="1187306" y="244245"/>
                </a:cubicBezTo>
                <a:cubicBezTo>
                  <a:pt x="1223142" y="258478"/>
                  <a:pt x="1253260" y="279955"/>
                  <a:pt x="1277405" y="308421"/>
                </a:cubicBezTo>
                <a:lnTo>
                  <a:pt x="1287826" y="233189"/>
                </a:lnTo>
                <a:close/>
                <a:moveTo>
                  <a:pt x="2010017" y="508318"/>
                </a:moveTo>
                <a:cubicBezTo>
                  <a:pt x="2010017" y="479725"/>
                  <a:pt x="2003536" y="453801"/>
                  <a:pt x="1990574" y="430545"/>
                </a:cubicBezTo>
                <a:cubicBezTo>
                  <a:pt x="1977612" y="407289"/>
                  <a:pt x="1959185" y="388863"/>
                  <a:pt x="1935421" y="375392"/>
                </a:cubicBezTo>
                <a:cubicBezTo>
                  <a:pt x="1911657" y="362049"/>
                  <a:pt x="1882938" y="355314"/>
                  <a:pt x="1849134" y="355314"/>
                </a:cubicBezTo>
                <a:cubicBezTo>
                  <a:pt x="1812790" y="355314"/>
                  <a:pt x="1782545" y="362684"/>
                  <a:pt x="1758399" y="377426"/>
                </a:cubicBezTo>
                <a:cubicBezTo>
                  <a:pt x="1734127" y="392167"/>
                  <a:pt x="1715574" y="411102"/>
                  <a:pt x="1702612" y="434484"/>
                </a:cubicBezTo>
                <a:lnTo>
                  <a:pt x="1680664" y="508318"/>
                </a:lnTo>
                <a:lnTo>
                  <a:pt x="1680627" y="508318"/>
                </a:lnTo>
                <a:lnTo>
                  <a:pt x="1680627" y="508445"/>
                </a:lnTo>
                <a:lnTo>
                  <a:pt x="1680664" y="508318"/>
                </a:lnTo>
                <a:close/>
                <a:moveTo>
                  <a:pt x="2164037" y="563979"/>
                </a:moveTo>
                <a:cubicBezTo>
                  <a:pt x="2163147" y="574399"/>
                  <a:pt x="2162257" y="584565"/>
                  <a:pt x="2161495" y="594478"/>
                </a:cubicBezTo>
                <a:cubicBezTo>
                  <a:pt x="2160606" y="604390"/>
                  <a:pt x="2159335" y="615065"/>
                  <a:pt x="2157556" y="626248"/>
                </a:cubicBezTo>
                <a:lnTo>
                  <a:pt x="1677703" y="626248"/>
                </a:lnTo>
                <a:cubicBezTo>
                  <a:pt x="1680245" y="656492"/>
                  <a:pt x="1688251" y="684196"/>
                  <a:pt x="1701721" y="709231"/>
                </a:cubicBezTo>
                <a:cubicBezTo>
                  <a:pt x="1715064" y="734265"/>
                  <a:pt x="1734126" y="754217"/>
                  <a:pt x="1758780" y="768831"/>
                </a:cubicBezTo>
                <a:cubicBezTo>
                  <a:pt x="1783433" y="783572"/>
                  <a:pt x="1814314" y="790943"/>
                  <a:pt x="1851548" y="790943"/>
                </a:cubicBezTo>
                <a:cubicBezTo>
                  <a:pt x="1873151" y="790943"/>
                  <a:pt x="1893865" y="788147"/>
                  <a:pt x="1913817" y="782555"/>
                </a:cubicBezTo>
                <a:cubicBezTo>
                  <a:pt x="1933641" y="776964"/>
                  <a:pt x="1951178" y="768450"/>
                  <a:pt x="1966301" y="757267"/>
                </a:cubicBezTo>
                <a:cubicBezTo>
                  <a:pt x="1981423" y="746084"/>
                  <a:pt x="1991590" y="731724"/>
                  <a:pt x="1996800" y="714441"/>
                </a:cubicBezTo>
                <a:lnTo>
                  <a:pt x="2155014" y="714441"/>
                </a:lnTo>
                <a:cubicBezTo>
                  <a:pt x="2143831" y="763748"/>
                  <a:pt x="2122990" y="803905"/>
                  <a:pt x="2092745" y="835039"/>
                </a:cubicBezTo>
                <a:cubicBezTo>
                  <a:pt x="2062500" y="866174"/>
                  <a:pt x="2026409" y="889048"/>
                  <a:pt x="1984473" y="903789"/>
                </a:cubicBezTo>
                <a:cubicBezTo>
                  <a:pt x="1942537" y="918531"/>
                  <a:pt x="1898186" y="925774"/>
                  <a:pt x="1851548" y="925774"/>
                </a:cubicBezTo>
                <a:lnTo>
                  <a:pt x="1851802" y="925901"/>
                </a:lnTo>
                <a:cubicBezTo>
                  <a:pt x="1780892" y="925901"/>
                  <a:pt x="1720656" y="911160"/>
                  <a:pt x="1670841" y="881805"/>
                </a:cubicBezTo>
                <a:cubicBezTo>
                  <a:pt x="1621153" y="852449"/>
                  <a:pt x="1583537" y="811530"/>
                  <a:pt x="1557994" y="759300"/>
                </a:cubicBezTo>
                <a:cubicBezTo>
                  <a:pt x="1532451" y="706943"/>
                  <a:pt x="1519743" y="646326"/>
                  <a:pt x="1519743" y="577068"/>
                </a:cubicBezTo>
                <a:cubicBezTo>
                  <a:pt x="1519744" y="507809"/>
                  <a:pt x="1532960" y="446684"/>
                  <a:pt x="1559266" y="393565"/>
                </a:cubicBezTo>
                <a:cubicBezTo>
                  <a:pt x="1585571" y="340446"/>
                  <a:pt x="1623695" y="298636"/>
                  <a:pt x="1673383" y="268391"/>
                </a:cubicBezTo>
                <a:cubicBezTo>
                  <a:pt x="1723071" y="238146"/>
                  <a:pt x="1782926" y="223024"/>
                  <a:pt x="1852947" y="223024"/>
                </a:cubicBezTo>
                <a:cubicBezTo>
                  <a:pt x="1904795" y="223024"/>
                  <a:pt x="1950163" y="232301"/>
                  <a:pt x="1989049" y="250854"/>
                </a:cubicBezTo>
                <a:cubicBezTo>
                  <a:pt x="2027935" y="269408"/>
                  <a:pt x="2060595" y="294697"/>
                  <a:pt x="2086900" y="326721"/>
                </a:cubicBezTo>
                <a:cubicBezTo>
                  <a:pt x="2113206" y="358745"/>
                  <a:pt x="2132903" y="395090"/>
                  <a:pt x="2145865" y="435628"/>
                </a:cubicBezTo>
                <a:cubicBezTo>
                  <a:pt x="2158827" y="476294"/>
                  <a:pt x="2164927" y="519119"/>
                  <a:pt x="2164037" y="563979"/>
                </a:cubicBezTo>
                <a:close/>
                <a:moveTo>
                  <a:pt x="2877590" y="539451"/>
                </a:moveTo>
                <a:lnTo>
                  <a:pt x="2877590" y="916878"/>
                </a:lnTo>
                <a:lnTo>
                  <a:pt x="2719376" y="916878"/>
                </a:lnTo>
                <a:lnTo>
                  <a:pt x="2719376" y="565375"/>
                </a:lnTo>
                <a:cubicBezTo>
                  <a:pt x="2719376" y="540341"/>
                  <a:pt x="2717597" y="515941"/>
                  <a:pt x="2714166" y="492051"/>
                </a:cubicBezTo>
                <a:cubicBezTo>
                  <a:pt x="2710734" y="468287"/>
                  <a:pt x="2703999" y="446937"/>
                  <a:pt x="2694087" y="427875"/>
                </a:cubicBezTo>
                <a:cubicBezTo>
                  <a:pt x="2684175" y="408813"/>
                  <a:pt x="2670069" y="393691"/>
                  <a:pt x="2651897" y="382508"/>
                </a:cubicBezTo>
                <a:cubicBezTo>
                  <a:pt x="2633724" y="371325"/>
                  <a:pt x="2609579" y="365606"/>
                  <a:pt x="2579334" y="365606"/>
                </a:cubicBezTo>
                <a:cubicBezTo>
                  <a:pt x="2542100" y="365606"/>
                  <a:pt x="2510584" y="375519"/>
                  <a:pt x="2484660" y="395470"/>
                </a:cubicBezTo>
                <a:cubicBezTo>
                  <a:pt x="2458736" y="415421"/>
                  <a:pt x="2439292" y="441981"/>
                  <a:pt x="2426330" y="475276"/>
                </a:cubicBezTo>
                <a:cubicBezTo>
                  <a:pt x="2413368" y="508571"/>
                  <a:pt x="2406887" y="546441"/>
                  <a:pt x="2406887" y="588758"/>
                </a:cubicBezTo>
                <a:lnTo>
                  <a:pt x="2406887" y="916878"/>
                </a:lnTo>
                <a:lnTo>
                  <a:pt x="2248673" y="916878"/>
                </a:lnTo>
                <a:lnTo>
                  <a:pt x="2248673" y="233444"/>
                </a:lnTo>
                <a:lnTo>
                  <a:pt x="2396467" y="233444"/>
                </a:lnTo>
                <a:lnTo>
                  <a:pt x="2405489" y="320366"/>
                </a:lnTo>
                <a:cubicBezTo>
                  <a:pt x="2423662" y="296221"/>
                  <a:pt x="2444757" y="277159"/>
                  <a:pt x="2469029" y="263307"/>
                </a:cubicBezTo>
                <a:cubicBezTo>
                  <a:pt x="2493174" y="249456"/>
                  <a:pt x="2518717" y="239289"/>
                  <a:pt x="2545531" y="232808"/>
                </a:cubicBezTo>
                <a:cubicBezTo>
                  <a:pt x="2572345" y="226327"/>
                  <a:pt x="2597379" y="223023"/>
                  <a:pt x="2620762" y="223023"/>
                </a:cubicBezTo>
                <a:cubicBezTo>
                  <a:pt x="2685573" y="223023"/>
                  <a:pt x="2736786" y="237256"/>
                  <a:pt x="2774401" y="265849"/>
                </a:cubicBezTo>
                <a:cubicBezTo>
                  <a:pt x="2812017" y="294442"/>
                  <a:pt x="2838576" y="332439"/>
                  <a:pt x="2854207" y="379966"/>
                </a:cubicBezTo>
                <a:cubicBezTo>
                  <a:pt x="2869711" y="427494"/>
                  <a:pt x="2877590" y="480740"/>
                  <a:pt x="2877590" y="539451"/>
                </a:cubicBezTo>
                <a:close/>
                <a:moveTo>
                  <a:pt x="3476770" y="573256"/>
                </a:moveTo>
                <a:cubicBezTo>
                  <a:pt x="3476770" y="537038"/>
                  <a:pt x="3470034" y="500694"/>
                  <a:pt x="3456691" y="469559"/>
                </a:cubicBezTo>
                <a:cubicBezTo>
                  <a:pt x="3443220" y="438425"/>
                  <a:pt x="3423143" y="413390"/>
                  <a:pt x="3396328" y="394328"/>
                </a:cubicBezTo>
                <a:cubicBezTo>
                  <a:pt x="3369514" y="375266"/>
                  <a:pt x="3335329" y="365735"/>
                  <a:pt x="3293902" y="365735"/>
                </a:cubicBezTo>
                <a:cubicBezTo>
                  <a:pt x="3249806" y="365735"/>
                  <a:pt x="3214986" y="375647"/>
                  <a:pt x="3189569" y="395599"/>
                </a:cubicBezTo>
                <a:cubicBezTo>
                  <a:pt x="3164027" y="415550"/>
                  <a:pt x="3145473" y="441602"/>
                  <a:pt x="3133781" y="474007"/>
                </a:cubicBezTo>
                <a:cubicBezTo>
                  <a:pt x="3122091" y="506412"/>
                  <a:pt x="3116245" y="541232"/>
                  <a:pt x="3116245" y="578339"/>
                </a:cubicBezTo>
                <a:cubicBezTo>
                  <a:pt x="3116245" y="606043"/>
                  <a:pt x="3119421" y="632221"/>
                  <a:pt x="3126031" y="656747"/>
                </a:cubicBezTo>
                <a:cubicBezTo>
                  <a:pt x="3132511" y="681401"/>
                  <a:pt x="3142678" y="703258"/>
                  <a:pt x="3156529" y="722193"/>
                </a:cubicBezTo>
                <a:cubicBezTo>
                  <a:pt x="3170380" y="741255"/>
                  <a:pt x="3188553" y="756124"/>
                  <a:pt x="3211046" y="766925"/>
                </a:cubicBezTo>
                <a:cubicBezTo>
                  <a:pt x="3233539" y="777727"/>
                  <a:pt x="3261115" y="783192"/>
                  <a:pt x="3294030" y="783192"/>
                </a:cubicBezTo>
                <a:lnTo>
                  <a:pt x="3293902" y="783319"/>
                </a:lnTo>
                <a:cubicBezTo>
                  <a:pt x="3335457" y="783319"/>
                  <a:pt x="3369514" y="773533"/>
                  <a:pt x="3396328" y="754090"/>
                </a:cubicBezTo>
                <a:cubicBezTo>
                  <a:pt x="3423143" y="734647"/>
                  <a:pt x="3443220" y="708723"/>
                  <a:pt x="3456691" y="676318"/>
                </a:cubicBezTo>
                <a:cubicBezTo>
                  <a:pt x="3470034" y="643912"/>
                  <a:pt x="3476770" y="609474"/>
                  <a:pt x="3476770" y="573256"/>
                </a:cubicBezTo>
                <a:close/>
                <a:moveTo>
                  <a:pt x="3633841" y="0"/>
                </a:moveTo>
                <a:lnTo>
                  <a:pt x="3633841" y="916879"/>
                </a:lnTo>
                <a:lnTo>
                  <a:pt x="3480836" y="916879"/>
                </a:lnTo>
                <a:lnTo>
                  <a:pt x="3478295" y="831228"/>
                </a:lnTo>
                <a:cubicBezTo>
                  <a:pt x="3461901" y="852831"/>
                  <a:pt x="3442585" y="870622"/>
                  <a:pt x="3420601" y="884347"/>
                </a:cubicBezTo>
                <a:cubicBezTo>
                  <a:pt x="3398616" y="898199"/>
                  <a:pt x="3374089" y="908619"/>
                  <a:pt x="3347275" y="915481"/>
                </a:cubicBezTo>
                <a:cubicBezTo>
                  <a:pt x="3320461" y="922344"/>
                  <a:pt x="3292758" y="925902"/>
                  <a:pt x="3264292" y="925902"/>
                </a:cubicBezTo>
                <a:lnTo>
                  <a:pt x="3264038" y="925902"/>
                </a:lnTo>
                <a:cubicBezTo>
                  <a:pt x="3194907" y="925902"/>
                  <a:pt x="3137848" y="910144"/>
                  <a:pt x="3092863" y="878628"/>
                </a:cubicBezTo>
                <a:cubicBezTo>
                  <a:pt x="3047875" y="847113"/>
                  <a:pt x="3014454" y="804922"/>
                  <a:pt x="2992342" y="752184"/>
                </a:cubicBezTo>
                <a:cubicBezTo>
                  <a:pt x="2970358" y="699446"/>
                  <a:pt x="2959301" y="640608"/>
                  <a:pt x="2959301" y="575798"/>
                </a:cubicBezTo>
                <a:cubicBezTo>
                  <a:pt x="2959301" y="510987"/>
                  <a:pt x="2970993" y="448083"/>
                  <a:pt x="2994375" y="394836"/>
                </a:cubicBezTo>
                <a:cubicBezTo>
                  <a:pt x="3017758" y="341717"/>
                  <a:pt x="3052705" y="299781"/>
                  <a:pt x="3099470" y="269028"/>
                </a:cubicBezTo>
                <a:cubicBezTo>
                  <a:pt x="3146108" y="238401"/>
                  <a:pt x="3204565" y="223025"/>
                  <a:pt x="3274586" y="223025"/>
                </a:cubicBezTo>
                <a:cubicBezTo>
                  <a:pt x="3300510" y="223025"/>
                  <a:pt x="3325799" y="225820"/>
                  <a:pt x="3350452" y="231412"/>
                </a:cubicBezTo>
                <a:cubicBezTo>
                  <a:pt x="3375105" y="237003"/>
                  <a:pt x="3398489" y="245645"/>
                  <a:pt x="3420473" y="257336"/>
                </a:cubicBezTo>
                <a:cubicBezTo>
                  <a:pt x="3442458" y="269028"/>
                  <a:pt x="3460884" y="284404"/>
                  <a:pt x="3475625" y="303339"/>
                </a:cubicBezTo>
                <a:lnTo>
                  <a:pt x="3475625" y="0"/>
                </a:lnTo>
                <a:close/>
                <a:moveTo>
                  <a:pt x="4236706" y="574525"/>
                </a:moveTo>
                <a:cubicBezTo>
                  <a:pt x="4236706" y="534749"/>
                  <a:pt x="4229717" y="499294"/>
                  <a:pt x="4215992" y="468160"/>
                </a:cubicBezTo>
                <a:cubicBezTo>
                  <a:pt x="4202140" y="437025"/>
                  <a:pt x="4181808" y="412245"/>
                  <a:pt x="4154994" y="393564"/>
                </a:cubicBezTo>
                <a:cubicBezTo>
                  <a:pt x="4128180" y="375010"/>
                  <a:pt x="4094504" y="365733"/>
                  <a:pt x="4053838" y="365733"/>
                </a:cubicBezTo>
                <a:cubicBezTo>
                  <a:pt x="4013173" y="365733"/>
                  <a:pt x="3977337" y="375519"/>
                  <a:pt x="3951412" y="394962"/>
                </a:cubicBezTo>
                <a:cubicBezTo>
                  <a:pt x="3925488" y="414405"/>
                  <a:pt x="3906426" y="439948"/>
                  <a:pt x="3894354" y="471464"/>
                </a:cubicBezTo>
                <a:cubicBezTo>
                  <a:pt x="3882281" y="502979"/>
                  <a:pt x="3876181" y="537418"/>
                  <a:pt x="3876181" y="574525"/>
                </a:cubicBezTo>
                <a:cubicBezTo>
                  <a:pt x="3876181" y="611632"/>
                  <a:pt x="3882281" y="647596"/>
                  <a:pt x="3894354" y="679620"/>
                </a:cubicBezTo>
                <a:cubicBezTo>
                  <a:pt x="3906426" y="711644"/>
                  <a:pt x="3925869" y="736933"/>
                  <a:pt x="3952683" y="755487"/>
                </a:cubicBezTo>
                <a:cubicBezTo>
                  <a:pt x="3979497" y="774040"/>
                  <a:pt x="4013681" y="783317"/>
                  <a:pt x="4055109" y="783317"/>
                </a:cubicBezTo>
                <a:cubicBezTo>
                  <a:pt x="4094885" y="783317"/>
                  <a:pt x="4128180" y="773786"/>
                  <a:pt x="4154994" y="754724"/>
                </a:cubicBezTo>
                <a:cubicBezTo>
                  <a:pt x="4181808" y="735662"/>
                  <a:pt x="4202140" y="710246"/>
                  <a:pt x="4215992" y="678222"/>
                </a:cubicBezTo>
                <a:cubicBezTo>
                  <a:pt x="4229844" y="646198"/>
                  <a:pt x="4236706" y="611632"/>
                  <a:pt x="4236706" y="574525"/>
                </a:cubicBezTo>
                <a:close/>
                <a:moveTo>
                  <a:pt x="4393649" y="233444"/>
                </a:moveTo>
                <a:lnTo>
                  <a:pt x="4393649" y="916878"/>
                </a:lnTo>
                <a:lnTo>
                  <a:pt x="4240646" y="916878"/>
                </a:lnTo>
                <a:lnTo>
                  <a:pt x="4236706" y="840376"/>
                </a:lnTo>
                <a:cubicBezTo>
                  <a:pt x="4210782" y="869731"/>
                  <a:pt x="4178757" y="891335"/>
                  <a:pt x="4140761" y="905186"/>
                </a:cubicBezTo>
                <a:cubicBezTo>
                  <a:pt x="4102764" y="919038"/>
                  <a:pt x="4062988" y="925900"/>
                  <a:pt x="4021433" y="925900"/>
                </a:cubicBezTo>
                <a:cubicBezTo>
                  <a:pt x="3970347" y="925900"/>
                  <a:pt x="3925869" y="917005"/>
                  <a:pt x="3887872" y="899341"/>
                </a:cubicBezTo>
                <a:cubicBezTo>
                  <a:pt x="3849876" y="881677"/>
                  <a:pt x="3818487" y="857023"/>
                  <a:pt x="3793834" y="825380"/>
                </a:cubicBezTo>
                <a:cubicBezTo>
                  <a:pt x="3769180" y="793865"/>
                  <a:pt x="3750627" y="756884"/>
                  <a:pt x="3738046" y="714567"/>
                </a:cubicBezTo>
                <a:cubicBezTo>
                  <a:pt x="3725465" y="672249"/>
                  <a:pt x="3719238" y="626882"/>
                  <a:pt x="3719238" y="578338"/>
                </a:cubicBezTo>
                <a:cubicBezTo>
                  <a:pt x="3719238" y="510096"/>
                  <a:pt x="3731056" y="449098"/>
                  <a:pt x="3754947" y="395470"/>
                </a:cubicBezTo>
                <a:cubicBezTo>
                  <a:pt x="3778711" y="341842"/>
                  <a:pt x="3814548" y="299779"/>
                  <a:pt x="3862584" y="269026"/>
                </a:cubicBezTo>
                <a:cubicBezTo>
                  <a:pt x="3910620" y="238400"/>
                  <a:pt x="3969966" y="223023"/>
                  <a:pt x="4040876" y="223023"/>
                </a:cubicBezTo>
                <a:cubicBezTo>
                  <a:pt x="4079763" y="223023"/>
                  <a:pt x="4116489" y="229758"/>
                  <a:pt x="4151054" y="243102"/>
                </a:cubicBezTo>
                <a:cubicBezTo>
                  <a:pt x="4185620" y="256572"/>
                  <a:pt x="4214594" y="276651"/>
                  <a:pt x="4237977" y="303464"/>
                </a:cubicBezTo>
                <a:lnTo>
                  <a:pt x="4243187" y="23344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0D50D-0C54-FB2D-A80F-6411CE19615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E867B22-6D25-8148-A777-2635E16EB63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6C8A4C-A137-21FE-7A91-EDD07351EAB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973BFB-4606-1486-EEB3-414CF17176B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D2067F-0F34-76E3-09C8-4A0819D43831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7290B5F-E1EF-59FE-56E3-6EC526C33D9B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770EE89-A68E-21DC-6F09-06EC2A991045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82415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60828-0BC1-E373-2362-68F8EAA0AE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53600" y="1296000"/>
            <a:ext cx="11304000" cy="5148000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2D385-0BCA-3C64-EFBB-DFB8CB5A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04397-188E-6B08-0AAD-AEC23C5425B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C659AE-44D1-447D-0DE9-26DCA174FD4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190B163-F615-45E4-F4F8-710789539D5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DB428C-67C4-0265-1DF9-910F30736F9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4D1958-40EC-51EF-6034-401CAC653C5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953D91-5F67-62DF-A7C4-D25D796F939F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B48965-1CA9-F88E-1965-A8B0CFEF5324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0239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141DF1-CD20-3F90-C1BC-8969FA3158C6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 Placeholder 191">
            <a:extLst>
              <a:ext uri="{FF2B5EF4-FFF2-40B4-BE49-F238E27FC236}">
                <a16:creationId xmlns:a16="http://schemas.microsoft.com/office/drawing/2014/main" id="{4AD3C9AE-BC5C-01C8-6439-1703C56A99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1" hasCustomPrompt="1"/>
          </p:nvPr>
        </p:nvSpPr>
        <p:spPr>
          <a:xfrm>
            <a:off x="381000" y="1268412"/>
            <a:ext cx="11455392" cy="5143187"/>
          </a:xfrm>
          <a:prstGeom prst="roundRect">
            <a:avLst>
              <a:gd name="adj" fmla="val 4005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Clr>
                <a:schemeClr val="accent1"/>
              </a:buClr>
              <a:buFont typeface="Be Vietnam Pro Medium" pitchFamily="2" charset="0"/>
              <a:buNone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defRPr sz="1800"/>
            </a:lvl2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60828-0BC1-E373-2362-68F8EAA0AE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53600" y="1296000"/>
            <a:ext cx="11304000" cy="5047299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2D385-0BCA-3C64-EFBB-DFB8CB5A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04397-188E-6B08-0AAD-AEC23C5425B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C659AE-44D1-447D-0DE9-26DCA174FD4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190B163-F615-45E4-F4F8-710789539D5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DB428C-67C4-0265-1DF9-910F30736F9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4D1958-40EC-51EF-6034-401CAC653C5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953D91-5F67-62DF-A7C4-D25D796F939F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B48965-1CA9-F88E-1965-A8B0CFEF5324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27576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s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730E01-984A-825F-A6A5-9AAF91C5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B4E7E5-7C3A-E2A1-1B5F-221E2DE8342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F468675-FAF3-CB71-115D-030895D2A0C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F084F9E-55B9-746C-CD39-0AA44CC28CE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98DDF8D-7ADA-F6B5-8273-9272804A8206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F658AD-CB35-31CF-ED9C-37EEE8CE2220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DC33CA-BC5D-EFB0-FC88-0E2A3C4333D3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847045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753D3-C543-417C-BEF8-8CFE90C2F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522655-D0ED-79A9-745B-E9867CA0639A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85DA8E4-85C5-A163-4487-B77EAF8E7FF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B3E3F80-7C61-D0EF-93D7-2329B7BF02B4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77B5ADF-01E2-9258-939D-870587CE343E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43CAA0F-0070-B336-C5C2-1EFFA8604C8D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58BC747-87B3-BE3E-25F5-2FFD69EDEB92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08330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, stri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C9D2ED26-5817-EDAE-FD3D-E98D7ECD4C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613653" y="0"/>
            <a:ext cx="601911" cy="6873060"/>
          </a:xfrm>
          <a:custGeom>
            <a:avLst/>
            <a:gdLst>
              <a:gd name="connsiteX0" fmla="*/ 0 w 601911"/>
              <a:gd name="connsiteY0" fmla="*/ 0 h 6873060"/>
              <a:gd name="connsiteX1" fmla="*/ 601911 w 601911"/>
              <a:gd name="connsiteY1" fmla="*/ 0 h 6873060"/>
              <a:gd name="connsiteX2" fmla="*/ 601911 w 601911"/>
              <a:gd name="connsiteY2" fmla="*/ 6873060 h 6873060"/>
              <a:gd name="connsiteX3" fmla="*/ 0 w 601911"/>
              <a:gd name="connsiteY3" fmla="*/ 6873060 h 6873060"/>
              <a:gd name="connsiteX4" fmla="*/ 283731 w 601911"/>
              <a:gd name="connsiteY4" fmla="*/ 6588706 h 6873060"/>
              <a:gd name="connsiteX5" fmla="*/ 283731 w 601911"/>
              <a:gd name="connsiteY5" fmla="*/ 284354 h 6873060"/>
              <a:gd name="connsiteX6" fmla="*/ 0 w 601911"/>
              <a:gd name="connsiteY6" fmla="*/ 0 h 687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11" h="6873060">
                <a:moveTo>
                  <a:pt x="0" y="0"/>
                </a:moveTo>
                <a:lnTo>
                  <a:pt x="601911" y="0"/>
                </a:lnTo>
                <a:lnTo>
                  <a:pt x="601911" y="6873060"/>
                </a:lnTo>
                <a:lnTo>
                  <a:pt x="0" y="6873060"/>
                </a:lnTo>
                <a:cubicBezTo>
                  <a:pt x="156700" y="6873060"/>
                  <a:pt x="283731" y="6745750"/>
                  <a:pt x="283731" y="6588706"/>
                </a:cubicBezTo>
                <a:lnTo>
                  <a:pt x="283731" y="284354"/>
                </a:lnTo>
                <a:cubicBezTo>
                  <a:pt x="283731" y="127310"/>
                  <a:pt x="15670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3000">
                <a:schemeClr val="accent3"/>
              </a:gs>
            </a:gsLst>
            <a:lin ang="6600000" scaled="0"/>
          </a:gradFill>
          <a:ln>
            <a:noFill/>
          </a:ln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-</a:t>
            </a:r>
            <a:endParaRPr lang="en-IL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969C74F1-01D8-06E5-2E4C-D89BD09E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ADF62954-AECE-AAF2-B658-B575BED3F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3600" y="1296000"/>
            <a:ext cx="11303000" cy="5112000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18D770-F9C2-EDF6-B9C9-AFC54D38667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BFA25F-12D6-A76D-45C3-B9EAFD9B4E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11867D-AF27-59E6-1E47-7962A39D881E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58DF085-EAFC-5E15-3F12-DD78327E5A0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5285B32-B652-11F7-B757-8032BD245685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21FAC7A-99C1-2BCA-70A5-2F1001D3B9E8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04D497C-2920-D179-8CCC-FD1112B3EAF1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56347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l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615D62-EFD3-B584-572B-495DCFF6B7DF}"/>
              </a:ext>
            </a:extLst>
          </p:cNvPr>
          <p:cNvSpPr/>
          <p:nvPr userDrawn="1"/>
        </p:nvSpPr>
        <p:spPr>
          <a:xfrm>
            <a:off x="192088" y="189000"/>
            <a:ext cx="4286025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 l="-20223" r="-101561" b="-81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673A212E-FE92-65BD-B693-B3E968C4C8A2}"/>
              </a:ext>
            </a:extLst>
          </p:cNvPr>
          <p:cNvSpPr txBox="1">
            <a:spLocks/>
          </p:cNvSpPr>
          <p:nvPr userDrawn="1"/>
        </p:nvSpPr>
        <p:spPr>
          <a:xfrm>
            <a:off x="5855797" y="6547058"/>
            <a:ext cx="857032" cy="365125"/>
          </a:xfrm>
          <a:prstGeom prst="rect">
            <a:avLst/>
          </a:prstGeom>
        </p:spPr>
        <p:txBody>
          <a:bodyPr vert="horz" wrap="square" lIns="163229" tIns="81610" rIns="163229" bIns="81610" numCol="1" anchor="ctr" anchorCtr="0" compatLnSpc="1">
            <a:prstTxWarp prst="textNoShape">
              <a:avLst/>
            </a:prstTxWarp>
          </a:bodyPr>
          <a:lstStyle>
            <a:defPPr>
              <a:defRPr lang="he-IL"/>
            </a:defPPr>
            <a:lvl1pPr marL="0" algn="ctr" defTabSz="914400" rtl="0" eaLnBrk="1" latinLnBrk="0" hangingPunct="1">
              <a:defRPr sz="1332" kern="1200">
                <a:solidFill>
                  <a:schemeClr val="bg1">
                    <a:lumMod val="65000"/>
                  </a:schemeClr>
                </a:solidFill>
                <a:latin typeface="Arial MT Std Light" panose="020B0302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08A89BB-09B6-E6D3-BB8E-B133BD10D5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6770" y="378464"/>
            <a:ext cx="7112841" cy="599080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Be Vietnam Pro" pitchFamily="2" charset="0"/>
              </a:defRPr>
            </a:lvl1pPr>
            <a:lvl2pPr>
              <a:defRPr>
                <a:solidFill>
                  <a:schemeClr val="tx1"/>
                </a:solidFill>
                <a:latin typeface="Be Vietnam Pro" pitchFamily="2" charset="0"/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  <a:latin typeface="Be Vietnam Pro" pitchFamily="2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 marL="896938" marR="0" indent="-268288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  <a:latin typeface="Be Vietnam Pro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E02A55-E4B1-A0CE-38F5-C77E436C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00" y="676800"/>
            <a:ext cx="3330338" cy="1231684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E31003-3D44-B124-A2A3-6B2A754693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52145E1-6C1D-2335-58B1-D3E901D9E1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9399" y="5393036"/>
            <a:ext cx="1086388" cy="78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4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&amp;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BD9F0A94-0A7B-90C8-C775-187B4E636E7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424041" y="1911859"/>
            <a:ext cx="3000049" cy="3219961"/>
          </a:xfrm>
          <a:custGeom>
            <a:avLst/>
            <a:gdLst>
              <a:gd name="connsiteX0" fmla="*/ 895710 w 2097495"/>
              <a:gd name="connsiteY0" fmla="*/ 0 h 1940514"/>
              <a:gd name="connsiteX1" fmla="*/ 1017630 w 2097495"/>
              <a:gd name="connsiteY1" fmla="*/ 0 h 1940514"/>
              <a:gd name="connsiteX2" fmla="*/ 1079865 w 2097495"/>
              <a:gd name="connsiteY2" fmla="*/ 0 h 1940514"/>
              <a:gd name="connsiteX3" fmla="*/ 1201785 w 2097495"/>
              <a:gd name="connsiteY3" fmla="*/ 0 h 1940514"/>
              <a:gd name="connsiteX4" fmla="*/ 2097495 w 2097495"/>
              <a:gd name="connsiteY4" fmla="*/ 777487 h 1940514"/>
              <a:gd name="connsiteX5" fmla="*/ 2097495 w 2097495"/>
              <a:gd name="connsiteY5" fmla="*/ 1159426 h 1940514"/>
              <a:gd name="connsiteX6" fmla="*/ 2097495 w 2097495"/>
              <a:gd name="connsiteY6" fmla="*/ 1163028 h 1940514"/>
              <a:gd name="connsiteX7" fmla="*/ 1201785 w 2097495"/>
              <a:gd name="connsiteY7" fmla="*/ 1940514 h 1940514"/>
              <a:gd name="connsiteX8" fmla="*/ 1079865 w 2097495"/>
              <a:gd name="connsiteY8" fmla="*/ 1940514 h 1940514"/>
              <a:gd name="connsiteX9" fmla="*/ 1017630 w 2097495"/>
              <a:gd name="connsiteY9" fmla="*/ 1940514 h 1940514"/>
              <a:gd name="connsiteX10" fmla="*/ 895710 w 2097495"/>
              <a:gd name="connsiteY10" fmla="*/ 1940514 h 1940514"/>
              <a:gd name="connsiteX11" fmla="*/ 0 w 2097495"/>
              <a:gd name="connsiteY11" fmla="*/ 1163028 h 1940514"/>
              <a:gd name="connsiteX12" fmla="*/ 0 w 2097495"/>
              <a:gd name="connsiteY12" fmla="*/ 777487 h 1940514"/>
              <a:gd name="connsiteX13" fmla="*/ 895710 w 2097495"/>
              <a:gd name="connsiteY13" fmla="*/ 0 h 19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7495" h="1940514">
                <a:moveTo>
                  <a:pt x="895710" y="0"/>
                </a:moveTo>
                <a:lnTo>
                  <a:pt x="1017630" y="0"/>
                </a:lnTo>
                <a:lnTo>
                  <a:pt x="1079865" y="0"/>
                </a:lnTo>
                <a:lnTo>
                  <a:pt x="1201785" y="0"/>
                </a:lnTo>
                <a:cubicBezTo>
                  <a:pt x="1837106" y="0"/>
                  <a:pt x="2097495" y="226021"/>
                  <a:pt x="2097495" y="777487"/>
                </a:cubicBezTo>
                <a:cubicBezTo>
                  <a:pt x="2097495" y="777487"/>
                  <a:pt x="2097495" y="1083038"/>
                  <a:pt x="2097495" y="1159426"/>
                </a:cubicBezTo>
                <a:lnTo>
                  <a:pt x="2097495" y="1163028"/>
                </a:lnTo>
                <a:cubicBezTo>
                  <a:pt x="2097495" y="1714493"/>
                  <a:pt x="1837106" y="1940514"/>
                  <a:pt x="1201785" y="1940514"/>
                </a:cubicBezTo>
                <a:lnTo>
                  <a:pt x="1079865" y="1940514"/>
                </a:lnTo>
                <a:lnTo>
                  <a:pt x="1017630" y="1940514"/>
                </a:lnTo>
                <a:lnTo>
                  <a:pt x="895710" y="1940514"/>
                </a:lnTo>
                <a:cubicBezTo>
                  <a:pt x="260389" y="1940514"/>
                  <a:pt x="0" y="1714493"/>
                  <a:pt x="0" y="1163028"/>
                </a:cubicBezTo>
                <a:lnTo>
                  <a:pt x="0" y="777487"/>
                </a:lnTo>
                <a:cubicBezTo>
                  <a:pt x="0" y="226021"/>
                  <a:pt x="260389" y="0"/>
                  <a:pt x="89571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157495-FF4D-963A-D115-EE8DF141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CC6081-6876-BB35-80CB-86909BBE13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9DB890B-FF20-F6E8-B60C-C1F33A89E7DC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7BEFEB-A924-A9C8-AAEC-0BB4C8760DEA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7E51E17-F1C0-A533-756C-7DED51EDA2DA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B1FA-63A7-BFCB-DE50-B67B97AB7BEC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75AADA-9FA2-9F94-A643-982431875009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D4958330-9A51-61FB-2F7D-9D9DCCD5B8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6915" y="5271975"/>
            <a:ext cx="1853775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73000">
                <a:schemeClr val="accent1"/>
              </a:gs>
            </a:gsLst>
            <a:lin ang="189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4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 defTabSz="941900" rtl="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That’s so </a:t>
            </a:r>
            <a:r>
              <a:rPr lang="en-US" dirty="0" err="1"/>
              <a:t>NiCE</a:t>
            </a:r>
            <a:endParaRPr lang="en-IL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370C5927-5C31-7BD9-21BB-B5E2C8B03F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83147" y="1179830"/>
            <a:ext cx="3389498" cy="54410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  <a:lumOff val="2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6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Seamless,connected</a:t>
            </a:r>
            <a:r>
              <a:rPr lang="en-US" dirty="0"/>
              <a:t>, personal</a:t>
            </a:r>
            <a:endParaRPr lang="en-IL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37F24BD-4750-6C76-70FB-23A9A832DA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7461475" cy="5109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BDB3959B-093B-FE84-C9B1-FB39A28945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53455" y="5268764"/>
            <a:ext cx="602633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73000">
                <a:schemeClr val="accent1"/>
              </a:gs>
            </a:gsLst>
            <a:lin ang="18900000" scaled="1"/>
            <a:tileRect/>
          </a:gra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FontTx/>
              <a:buNone/>
              <a:defRPr lang="en-IL" sz="1400" b="0" dirty="0"/>
            </a:lvl1pPr>
          </a:lstStyle>
          <a:p>
            <a:pPr marL="0" lvl="0" indent="0" algn="ctr"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34" name="Text Placeholder 66">
            <a:extLst>
              <a:ext uri="{FF2B5EF4-FFF2-40B4-BE49-F238E27FC236}">
                <a16:creationId xmlns:a16="http://schemas.microsoft.com/office/drawing/2014/main" id="{105E51B3-180F-17C5-12FE-B460A8FEE9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24005" y="5443110"/>
            <a:ext cx="338400" cy="338373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93424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basic &amp;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Placeholder 23">
            <a:extLst>
              <a:ext uri="{FF2B5EF4-FFF2-40B4-BE49-F238E27FC236}">
                <a16:creationId xmlns:a16="http://schemas.microsoft.com/office/drawing/2014/main" id="{44DB1AE5-64CC-97D6-4817-6B214896F3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53455" y="4981019"/>
            <a:ext cx="602633" cy="5950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5" name="Text Placeholder 66">
            <a:extLst>
              <a:ext uri="{FF2B5EF4-FFF2-40B4-BE49-F238E27FC236}">
                <a16:creationId xmlns:a16="http://schemas.microsoft.com/office/drawing/2014/main" id="{0A06A791-158F-B30D-6B25-3889978441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24005" y="5155365"/>
            <a:ext cx="338400" cy="338373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0" name="Graphic 5">
            <a:extLst>
              <a:ext uri="{FF2B5EF4-FFF2-40B4-BE49-F238E27FC236}">
                <a16:creationId xmlns:a16="http://schemas.microsoft.com/office/drawing/2014/main" id="{5EB457CB-DDDA-BB4D-009C-A34B106B5E60}"/>
              </a:ext>
            </a:extLst>
          </p:cNvPr>
          <p:cNvGrpSpPr/>
          <p:nvPr/>
        </p:nvGrpSpPr>
        <p:grpSpPr>
          <a:xfrm>
            <a:off x="8367657" y="2090866"/>
            <a:ext cx="2932699" cy="192444"/>
            <a:chOff x="8367657" y="2830288"/>
            <a:chExt cx="2932699" cy="192444"/>
          </a:xfrm>
          <a:solidFill>
            <a:srgbClr val="FFFFF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EE3C65D-72E4-8CDD-AEAC-22238A6F3D8E}"/>
                </a:ext>
              </a:extLst>
            </p:cNvPr>
            <p:cNvSpPr/>
            <p:nvPr/>
          </p:nvSpPr>
          <p:spPr>
            <a:xfrm>
              <a:off x="8367657" y="2830288"/>
              <a:ext cx="118037" cy="153105"/>
            </a:xfrm>
            <a:custGeom>
              <a:avLst/>
              <a:gdLst>
                <a:gd name="connsiteX0" fmla="*/ 61973 w 118037"/>
                <a:gd name="connsiteY0" fmla="*/ 153106 h 153105"/>
                <a:gd name="connsiteX1" fmla="*/ 33731 w 118037"/>
                <a:gd name="connsiteY1" fmla="*/ 148555 h 153105"/>
                <a:gd name="connsiteX2" fmla="*/ 11636 w 118037"/>
                <a:gd name="connsiteY2" fmla="*/ 133965 h 153105"/>
                <a:gd name="connsiteX3" fmla="*/ 0 w 118037"/>
                <a:gd name="connsiteY3" fmla="*/ 107639 h 153105"/>
                <a:gd name="connsiteX4" fmla="*/ 26865 w 118037"/>
                <a:gd name="connsiteY4" fmla="*/ 107639 h 153105"/>
                <a:gd name="connsiteX5" fmla="*/ 35008 w 118037"/>
                <a:gd name="connsiteY5" fmla="*/ 120533 h 153105"/>
                <a:gd name="connsiteX6" fmla="*/ 48221 w 118037"/>
                <a:gd name="connsiteY6" fmla="*/ 126979 h 153105"/>
                <a:gd name="connsiteX7" fmla="*/ 63669 w 118037"/>
                <a:gd name="connsiteY7" fmla="*/ 128776 h 153105"/>
                <a:gd name="connsiteX8" fmla="*/ 76882 w 118037"/>
                <a:gd name="connsiteY8" fmla="*/ 126979 h 153105"/>
                <a:gd name="connsiteX9" fmla="*/ 87241 w 118037"/>
                <a:gd name="connsiteY9" fmla="*/ 120952 h 153105"/>
                <a:gd name="connsiteX10" fmla="*/ 91372 w 118037"/>
                <a:gd name="connsiteY10" fmla="*/ 109735 h 153105"/>
                <a:gd name="connsiteX11" fmla="*/ 89157 w 118037"/>
                <a:gd name="connsiteY11" fmla="*/ 101172 h 153105"/>
                <a:gd name="connsiteX12" fmla="*/ 83030 w 118037"/>
                <a:gd name="connsiteY12" fmla="*/ 95684 h 153105"/>
                <a:gd name="connsiteX13" fmla="*/ 73609 w 118037"/>
                <a:gd name="connsiteY13" fmla="*/ 92191 h 153105"/>
                <a:gd name="connsiteX14" fmla="*/ 62192 w 118037"/>
                <a:gd name="connsiteY14" fmla="*/ 89237 h 153105"/>
                <a:gd name="connsiteX15" fmla="*/ 50137 w 118037"/>
                <a:gd name="connsiteY15" fmla="*/ 86482 h 153105"/>
                <a:gd name="connsiteX16" fmla="*/ 38920 w 118037"/>
                <a:gd name="connsiteY16" fmla="*/ 82670 h 153105"/>
                <a:gd name="connsiteX17" fmla="*/ 25907 w 118037"/>
                <a:gd name="connsiteY17" fmla="*/ 77281 h 153105"/>
                <a:gd name="connsiteX18" fmla="*/ 15129 w 118037"/>
                <a:gd name="connsiteY18" fmla="*/ 69777 h 153105"/>
                <a:gd name="connsiteX19" fmla="*/ 7824 w 118037"/>
                <a:gd name="connsiteY19" fmla="*/ 58779 h 153105"/>
                <a:gd name="connsiteX20" fmla="*/ 5070 w 118037"/>
                <a:gd name="connsiteY20" fmla="*/ 43131 h 153105"/>
                <a:gd name="connsiteX21" fmla="*/ 8562 w 118037"/>
                <a:gd name="connsiteY21" fmla="*/ 25268 h 153105"/>
                <a:gd name="connsiteX22" fmla="*/ 17863 w 118037"/>
                <a:gd name="connsiteY22" fmla="*/ 12894 h 153105"/>
                <a:gd name="connsiteX23" fmla="*/ 30976 w 118037"/>
                <a:gd name="connsiteY23" fmla="*/ 5289 h 153105"/>
                <a:gd name="connsiteX24" fmla="*/ 46205 w 118037"/>
                <a:gd name="connsiteY24" fmla="*/ 1277 h 153105"/>
                <a:gd name="connsiteX25" fmla="*/ 61334 w 118037"/>
                <a:gd name="connsiteY25" fmla="*/ 0 h 153105"/>
                <a:gd name="connsiteX26" fmla="*/ 86822 w 118037"/>
                <a:gd name="connsiteY26" fmla="*/ 4650 h 153105"/>
                <a:gd name="connsiteX27" fmla="*/ 105743 w 118037"/>
                <a:gd name="connsiteY27" fmla="*/ 19041 h 153105"/>
                <a:gd name="connsiteX28" fmla="*/ 114206 w 118037"/>
                <a:gd name="connsiteY28" fmla="*/ 43990 h 153105"/>
                <a:gd name="connsiteX29" fmla="*/ 88618 w 118037"/>
                <a:gd name="connsiteY29" fmla="*/ 43990 h 153105"/>
                <a:gd name="connsiteX30" fmla="*/ 83548 w 118037"/>
                <a:gd name="connsiteY30" fmla="*/ 32453 h 153105"/>
                <a:gd name="connsiteX31" fmla="*/ 72970 w 118037"/>
                <a:gd name="connsiteY31" fmla="*/ 26106 h 153105"/>
                <a:gd name="connsiteX32" fmla="*/ 59218 w 118037"/>
                <a:gd name="connsiteY32" fmla="*/ 24091 h 153105"/>
                <a:gd name="connsiteX33" fmla="*/ 49179 w 118037"/>
                <a:gd name="connsiteY33" fmla="*/ 24929 h 153105"/>
                <a:gd name="connsiteX34" fmla="*/ 40297 w 118037"/>
                <a:gd name="connsiteY34" fmla="*/ 27883 h 153105"/>
                <a:gd name="connsiteX35" fmla="*/ 33950 w 118037"/>
                <a:gd name="connsiteY35" fmla="*/ 33491 h 153105"/>
                <a:gd name="connsiteX36" fmla="*/ 31515 w 118037"/>
                <a:gd name="connsiteY36" fmla="*/ 42273 h 153105"/>
                <a:gd name="connsiteX37" fmla="*/ 33851 w 118037"/>
                <a:gd name="connsiteY37" fmla="*/ 50416 h 153105"/>
                <a:gd name="connsiteX38" fmla="*/ 40297 w 118037"/>
                <a:gd name="connsiteY38" fmla="*/ 56225 h 153105"/>
                <a:gd name="connsiteX39" fmla="*/ 50137 w 118037"/>
                <a:gd name="connsiteY39" fmla="*/ 60456 h 153105"/>
                <a:gd name="connsiteX40" fmla="*/ 66324 w 118037"/>
                <a:gd name="connsiteY40" fmla="*/ 64907 h 153105"/>
                <a:gd name="connsiteX41" fmla="*/ 82930 w 118037"/>
                <a:gd name="connsiteY41" fmla="*/ 68919 h 153105"/>
                <a:gd name="connsiteX42" fmla="*/ 97001 w 118037"/>
                <a:gd name="connsiteY42" fmla="*/ 74108 h 153105"/>
                <a:gd name="connsiteX43" fmla="*/ 108098 w 118037"/>
                <a:gd name="connsiteY43" fmla="*/ 81513 h 153105"/>
                <a:gd name="connsiteX44" fmla="*/ 115403 w 118037"/>
                <a:gd name="connsiteY44" fmla="*/ 92091 h 153105"/>
                <a:gd name="connsiteX45" fmla="*/ 118038 w 118037"/>
                <a:gd name="connsiteY45" fmla="*/ 107000 h 153105"/>
                <a:gd name="connsiteX46" fmla="*/ 113487 w 118037"/>
                <a:gd name="connsiteY46" fmla="*/ 128456 h 153105"/>
                <a:gd name="connsiteX47" fmla="*/ 101013 w 118037"/>
                <a:gd name="connsiteY47" fmla="*/ 142727 h 153105"/>
                <a:gd name="connsiteX48" fmla="*/ 83030 w 118037"/>
                <a:gd name="connsiteY48" fmla="*/ 150651 h 153105"/>
                <a:gd name="connsiteX49" fmla="*/ 61993 w 118037"/>
                <a:gd name="connsiteY49" fmla="*/ 153086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18037" h="153105">
                  <a:moveTo>
                    <a:pt x="61973" y="153106"/>
                  </a:moveTo>
                  <a:cubicBezTo>
                    <a:pt x="51953" y="153106"/>
                    <a:pt x="42553" y="151589"/>
                    <a:pt x="33731" y="148555"/>
                  </a:cubicBezTo>
                  <a:cubicBezTo>
                    <a:pt x="24909" y="145521"/>
                    <a:pt x="17544" y="140651"/>
                    <a:pt x="11636" y="133965"/>
                  </a:cubicBezTo>
                  <a:cubicBezTo>
                    <a:pt x="5708" y="127279"/>
                    <a:pt x="1836" y="118497"/>
                    <a:pt x="0" y="107639"/>
                  </a:cubicBezTo>
                  <a:lnTo>
                    <a:pt x="26865" y="107639"/>
                  </a:lnTo>
                  <a:cubicBezTo>
                    <a:pt x="28561" y="113128"/>
                    <a:pt x="31276" y="117439"/>
                    <a:pt x="35008" y="120533"/>
                  </a:cubicBezTo>
                  <a:cubicBezTo>
                    <a:pt x="38740" y="123626"/>
                    <a:pt x="43151" y="125782"/>
                    <a:pt x="48221" y="126979"/>
                  </a:cubicBezTo>
                  <a:cubicBezTo>
                    <a:pt x="53291" y="128177"/>
                    <a:pt x="58440" y="128776"/>
                    <a:pt x="63669" y="128776"/>
                  </a:cubicBezTo>
                  <a:cubicBezTo>
                    <a:pt x="68320" y="128776"/>
                    <a:pt x="72731" y="128177"/>
                    <a:pt x="76882" y="126979"/>
                  </a:cubicBezTo>
                  <a:cubicBezTo>
                    <a:pt x="81034" y="125782"/>
                    <a:pt x="84487" y="123766"/>
                    <a:pt x="87241" y="120952"/>
                  </a:cubicBezTo>
                  <a:cubicBezTo>
                    <a:pt x="89995" y="118137"/>
                    <a:pt x="91372" y="114405"/>
                    <a:pt x="91372" y="109735"/>
                  </a:cubicBezTo>
                  <a:cubicBezTo>
                    <a:pt x="91372" y="106202"/>
                    <a:pt x="90634" y="103348"/>
                    <a:pt x="89157" y="101172"/>
                  </a:cubicBezTo>
                  <a:cubicBezTo>
                    <a:pt x="87680" y="98997"/>
                    <a:pt x="85624" y="97161"/>
                    <a:pt x="83030" y="95684"/>
                  </a:cubicBezTo>
                  <a:cubicBezTo>
                    <a:pt x="80415" y="94207"/>
                    <a:pt x="77281" y="93049"/>
                    <a:pt x="73609" y="92191"/>
                  </a:cubicBezTo>
                  <a:cubicBezTo>
                    <a:pt x="70076" y="91073"/>
                    <a:pt x="66284" y="90075"/>
                    <a:pt x="62192" y="89237"/>
                  </a:cubicBezTo>
                  <a:cubicBezTo>
                    <a:pt x="58101" y="88399"/>
                    <a:pt x="54089" y="87480"/>
                    <a:pt x="50137" y="86482"/>
                  </a:cubicBezTo>
                  <a:cubicBezTo>
                    <a:pt x="46185" y="85504"/>
                    <a:pt x="42453" y="84227"/>
                    <a:pt x="38920" y="82670"/>
                  </a:cubicBezTo>
                  <a:cubicBezTo>
                    <a:pt x="34409" y="81113"/>
                    <a:pt x="30078" y="79317"/>
                    <a:pt x="25907" y="77281"/>
                  </a:cubicBezTo>
                  <a:cubicBezTo>
                    <a:pt x="21755" y="75246"/>
                    <a:pt x="18143" y="72731"/>
                    <a:pt x="15129" y="69777"/>
                  </a:cubicBezTo>
                  <a:cubicBezTo>
                    <a:pt x="12095" y="66823"/>
                    <a:pt x="9660" y="63150"/>
                    <a:pt x="7824" y="58779"/>
                  </a:cubicBezTo>
                  <a:cubicBezTo>
                    <a:pt x="5988" y="54408"/>
                    <a:pt x="5070" y="49199"/>
                    <a:pt x="5070" y="43131"/>
                  </a:cubicBezTo>
                  <a:cubicBezTo>
                    <a:pt x="5070" y="36226"/>
                    <a:pt x="6227" y="30258"/>
                    <a:pt x="8562" y="25268"/>
                  </a:cubicBezTo>
                  <a:cubicBezTo>
                    <a:pt x="10898" y="20258"/>
                    <a:pt x="13991" y="16147"/>
                    <a:pt x="17863" y="12894"/>
                  </a:cubicBezTo>
                  <a:cubicBezTo>
                    <a:pt x="21735" y="9660"/>
                    <a:pt x="26106" y="7105"/>
                    <a:pt x="30976" y="5289"/>
                  </a:cubicBezTo>
                  <a:cubicBezTo>
                    <a:pt x="35846" y="3453"/>
                    <a:pt x="40916" y="2116"/>
                    <a:pt x="46205" y="1277"/>
                  </a:cubicBezTo>
                  <a:cubicBezTo>
                    <a:pt x="51494" y="439"/>
                    <a:pt x="56524" y="0"/>
                    <a:pt x="61334" y="0"/>
                  </a:cubicBezTo>
                  <a:cubicBezTo>
                    <a:pt x="70635" y="0"/>
                    <a:pt x="79138" y="1557"/>
                    <a:pt x="86822" y="4650"/>
                  </a:cubicBezTo>
                  <a:cubicBezTo>
                    <a:pt x="94506" y="7744"/>
                    <a:pt x="100813" y="12554"/>
                    <a:pt x="105743" y="19041"/>
                  </a:cubicBezTo>
                  <a:cubicBezTo>
                    <a:pt x="110673" y="25528"/>
                    <a:pt x="113487" y="33851"/>
                    <a:pt x="114206" y="43990"/>
                  </a:cubicBezTo>
                  <a:lnTo>
                    <a:pt x="88618" y="43990"/>
                  </a:lnTo>
                  <a:cubicBezTo>
                    <a:pt x="88059" y="39200"/>
                    <a:pt x="86363" y="35347"/>
                    <a:pt x="83548" y="32453"/>
                  </a:cubicBezTo>
                  <a:cubicBezTo>
                    <a:pt x="80734" y="29559"/>
                    <a:pt x="77202" y="27444"/>
                    <a:pt x="72970" y="26106"/>
                  </a:cubicBezTo>
                  <a:cubicBezTo>
                    <a:pt x="68739" y="24769"/>
                    <a:pt x="64148" y="24091"/>
                    <a:pt x="59218" y="24091"/>
                  </a:cubicBezTo>
                  <a:cubicBezTo>
                    <a:pt x="55825" y="24091"/>
                    <a:pt x="52492" y="24370"/>
                    <a:pt x="49179" y="24929"/>
                  </a:cubicBezTo>
                  <a:cubicBezTo>
                    <a:pt x="45866" y="25488"/>
                    <a:pt x="42912" y="26486"/>
                    <a:pt x="40297" y="27883"/>
                  </a:cubicBezTo>
                  <a:cubicBezTo>
                    <a:pt x="37683" y="29300"/>
                    <a:pt x="35567" y="31156"/>
                    <a:pt x="33950" y="33491"/>
                  </a:cubicBezTo>
                  <a:cubicBezTo>
                    <a:pt x="32334" y="35826"/>
                    <a:pt x="31515" y="38740"/>
                    <a:pt x="31515" y="42273"/>
                  </a:cubicBezTo>
                  <a:cubicBezTo>
                    <a:pt x="31515" y="45367"/>
                    <a:pt x="32294" y="48081"/>
                    <a:pt x="33851" y="50416"/>
                  </a:cubicBezTo>
                  <a:cubicBezTo>
                    <a:pt x="35407" y="52752"/>
                    <a:pt x="37543" y="54688"/>
                    <a:pt x="40297" y="56225"/>
                  </a:cubicBezTo>
                  <a:cubicBezTo>
                    <a:pt x="43052" y="57781"/>
                    <a:pt x="46325" y="59179"/>
                    <a:pt x="50137" y="60456"/>
                  </a:cubicBezTo>
                  <a:cubicBezTo>
                    <a:pt x="55067" y="62432"/>
                    <a:pt x="60456" y="63909"/>
                    <a:pt x="66324" y="64907"/>
                  </a:cubicBezTo>
                  <a:cubicBezTo>
                    <a:pt x="72172" y="65885"/>
                    <a:pt x="77701" y="67242"/>
                    <a:pt x="82930" y="68919"/>
                  </a:cubicBezTo>
                  <a:cubicBezTo>
                    <a:pt x="87999" y="70336"/>
                    <a:pt x="92690" y="72052"/>
                    <a:pt x="97001" y="74108"/>
                  </a:cubicBezTo>
                  <a:cubicBezTo>
                    <a:pt x="101292" y="76164"/>
                    <a:pt x="105004" y="78619"/>
                    <a:pt x="108098" y="81513"/>
                  </a:cubicBezTo>
                  <a:cubicBezTo>
                    <a:pt x="111192" y="84407"/>
                    <a:pt x="113627" y="87939"/>
                    <a:pt x="115403" y="92091"/>
                  </a:cubicBezTo>
                  <a:cubicBezTo>
                    <a:pt x="117159" y="96242"/>
                    <a:pt x="118038" y="101232"/>
                    <a:pt x="118038" y="107000"/>
                  </a:cubicBezTo>
                  <a:cubicBezTo>
                    <a:pt x="118038" y="115463"/>
                    <a:pt x="116521" y="122608"/>
                    <a:pt x="113487" y="128456"/>
                  </a:cubicBezTo>
                  <a:cubicBezTo>
                    <a:pt x="110453" y="134304"/>
                    <a:pt x="106302" y="139074"/>
                    <a:pt x="101013" y="142727"/>
                  </a:cubicBezTo>
                  <a:cubicBezTo>
                    <a:pt x="95724" y="146399"/>
                    <a:pt x="89736" y="149034"/>
                    <a:pt x="83030" y="150651"/>
                  </a:cubicBezTo>
                  <a:cubicBezTo>
                    <a:pt x="76323" y="152267"/>
                    <a:pt x="69318" y="153086"/>
                    <a:pt x="61993" y="153086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6076B7A-96D5-8159-8556-CDAC97B34D25}"/>
                </a:ext>
              </a:extLst>
            </p:cNvPr>
            <p:cNvSpPr/>
            <p:nvPr/>
          </p:nvSpPr>
          <p:spPr>
            <a:xfrm>
              <a:off x="8495374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5AF81-7095-6914-8CA3-6935731E4BF1}"/>
                </a:ext>
              </a:extLst>
            </p:cNvPr>
            <p:cNvSpPr/>
            <p:nvPr/>
          </p:nvSpPr>
          <p:spPr>
            <a:xfrm>
              <a:off x="8609021" y="2868549"/>
              <a:ext cx="109954" cy="114644"/>
            </a:xfrm>
            <a:custGeom>
              <a:avLst/>
              <a:gdLst>
                <a:gd name="connsiteX0" fmla="*/ 49279 w 109954"/>
                <a:gd name="connsiteY0" fmla="*/ 114625 h 114644"/>
                <a:gd name="connsiteX1" fmla="*/ 27504 w 109954"/>
                <a:gd name="connsiteY1" fmla="*/ 110294 h 114644"/>
                <a:gd name="connsiteX2" fmla="*/ 12175 w 109954"/>
                <a:gd name="connsiteY2" fmla="*/ 98238 h 114644"/>
                <a:gd name="connsiteX3" fmla="*/ 3074 w 109954"/>
                <a:gd name="connsiteY3" fmla="*/ 80155 h 114644"/>
                <a:gd name="connsiteX4" fmla="*/ 0 w 109954"/>
                <a:gd name="connsiteY4" fmla="*/ 57941 h 114644"/>
                <a:gd name="connsiteX5" fmla="*/ 5808 w 109954"/>
                <a:gd name="connsiteY5" fmla="*/ 28122 h 114644"/>
                <a:gd name="connsiteX6" fmla="*/ 23352 w 109954"/>
                <a:gd name="connsiteY6" fmla="*/ 7505 h 114644"/>
                <a:gd name="connsiteX7" fmla="*/ 52432 w 109954"/>
                <a:gd name="connsiteY7" fmla="*/ 0 h 114644"/>
                <a:gd name="connsiteX8" fmla="*/ 70415 w 109954"/>
                <a:gd name="connsiteY8" fmla="*/ 3273 h 114644"/>
                <a:gd name="connsiteX9" fmla="*/ 84586 w 109954"/>
                <a:gd name="connsiteY9" fmla="*/ 13113 h 114644"/>
                <a:gd name="connsiteX10" fmla="*/ 85425 w 109954"/>
                <a:gd name="connsiteY10" fmla="*/ 1697 h 114644"/>
                <a:gd name="connsiteX11" fmla="*/ 109954 w 109954"/>
                <a:gd name="connsiteY11" fmla="*/ 1697 h 114644"/>
                <a:gd name="connsiteX12" fmla="*/ 109954 w 109954"/>
                <a:gd name="connsiteY12" fmla="*/ 113148 h 114644"/>
                <a:gd name="connsiteX13" fmla="*/ 85005 w 109954"/>
                <a:gd name="connsiteY13" fmla="*/ 113148 h 114644"/>
                <a:gd name="connsiteX14" fmla="*/ 84367 w 109954"/>
                <a:gd name="connsiteY14" fmla="*/ 100673 h 114644"/>
                <a:gd name="connsiteX15" fmla="*/ 68719 w 109954"/>
                <a:gd name="connsiteY15" fmla="*/ 111252 h 114644"/>
                <a:gd name="connsiteX16" fmla="*/ 49259 w 109954"/>
                <a:gd name="connsiteY16" fmla="*/ 114645 h 114644"/>
                <a:gd name="connsiteX17" fmla="*/ 54768 w 109954"/>
                <a:gd name="connsiteY17" fmla="*/ 91372 h 114644"/>
                <a:gd name="connsiteX18" fmla="*/ 71054 w 109954"/>
                <a:gd name="connsiteY18" fmla="*/ 86722 h 114644"/>
                <a:gd name="connsiteX19" fmla="*/ 80994 w 109954"/>
                <a:gd name="connsiteY19" fmla="*/ 74248 h 114644"/>
                <a:gd name="connsiteX20" fmla="*/ 84387 w 109954"/>
                <a:gd name="connsiteY20" fmla="*/ 57322 h 114644"/>
                <a:gd name="connsiteX21" fmla="*/ 80994 w 109954"/>
                <a:gd name="connsiteY21" fmla="*/ 39978 h 114644"/>
                <a:gd name="connsiteX22" fmla="*/ 71054 w 109954"/>
                <a:gd name="connsiteY22" fmla="*/ 27823 h 114644"/>
                <a:gd name="connsiteX23" fmla="*/ 54568 w 109954"/>
                <a:gd name="connsiteY23" fmla="*/ 23272 h 114644"/>
                <a:gd name="connsiteX24" fmla="*/ 37862 w 109954"/>
                <a:gd name="connsiteY24" fmla="*/ 28022 h 114644"/>
                <a:gd name="connsiteX25" fmla="*/ 28561 w 109954"/>
                <a:gd name="connsiteY25" fmla="*/ 40497 h 114644"/>
                <a:gd name="connsiteX26" fmla="*/ 25607 w 109954"/>
                <a:gd name="connsiteY26" fmla="*/ 57302 h 114644"/>
                <a:gd name="connsiteX27" fmla="*/ 28561 w 109954"/>
                <a:gd name="connsiteY27" fmla="*/ 74427 h 114644"/>
                <a:gd name="connsiteX28" fmla="*/ 38082 w 109954"/>
                <a:gd name="connsiteY28" fmla="*/ 86802 h 114644"/>
                <a:gd name="connsiteX29" fmla="*/ 54788 w 109954"/>
                <a:gd name="connsiteY29" fmla="*/ 91352 h 11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954" h="114644">
                  <a:moveTo>
                    <a:pt x="49279" y="114625"/>
                  </a:moveTo>
                  <a:cubicBezTo>
                    <a:pt x="40956" y="114625"/>
                    <a:pt x="33691" y="113168"/>
                    <a:pt x="27504" y="110294"/>
                  </a:cubicBezTo>
                  <a:cubicBezTo>
                    <a:pt x="21296" y="107400"/>
                    <a:pt x="16187" y="103388"/>
                    <a:pt x="12175" y="98238"/>
                  </a:cubicBezTo>
                  <a:cubicBezTo>
                    <a:pt x="8163" y="93089"/>
                    <a:pt x="5129" y="87061"/>
                    <a:pt x="3074" y="80155"/>
                  </a:cubicBezTo>
                  <a:cubicBezTo>
                    <a:pt x="1038" y="73250"/>
                    <a:pt x="0" y="65845"/>
                    <a:pt x="0" y="57941"/>
                  </a:cubicBezTo>
                  <a:cubicBezTo>
                    <a:pt x="0" y="46804"/>
                    <a:pt x="1936" y="36864"/>
                    <a:pt x="5808" y="28122"/>
                  </a:cubicBezTo>
                  <a:cubicBezTo>
                    <a:pt x="9680" y="19380"/>
                    <a:pt x="15528" y="12514"/>
                    <a:pt x="23352" y="7505"/>
                  </a:cubicBezTo>
                  <a:cubicBezTo>
                    <a:pt x="31176" y="2495"/>
                    <a:pt x="40876" y="0"/>
                    <a:pt x="52432" y="0"/>
                  </a:cubicBezTo>
                  <a:cubicBezTo>
                    <a:pt x="58779" y="0"/>
                    <a:pt x="64767" y="1098"/>
                    <a:pt x="70415" y="3273"/>
                  </a:cubicBezTo>
                  <a:cubicBezTo>
                    <a:pt x="76044" y="5469"/>
                    <a:pt x="80774" y="8742"/>
                    <a:pt x="84586" y="13113"/>
                  </a:cubicBezTo>
                  <a:lnTo>
                    <a:pt x="85425" y="1697"/>
                  </a:lnTo>
                  <a:lnTo>
                    <a:pt x="109954" y="1697"/>
                  </a:lnTo>
                  <a:lnTo>
                    <a:pt x="109954" y="113148"/>
                  </a:lnTo>
                  <a:lnTo>
                    <a:pt x="85005" y="113148"/>
                  </a:lnTo>
                  <a:lnTo>
                    <a:pt x="84367" y="100673"/>
                  </a:lnTo>
                  <a:cubicBezTo>
                    <a:pt x="80136" y="105463"/>
                    <a:pt x="74926" y="108996"/>
                    <a:pt x="68719" y="111252"/>
                  </a:cubicBezTo>
                  <a:cubicBezTo>
                    <a:pt x="62512" y="113507"/>
                    <a:pt x="56025" y="114645"/>
                    <a:pt x="49259" y="114645"/>
                  </a:cubicBezTo>
                  <a:close/>
                  <a:moveTo>
                    <a:pt x="54768" y="91372"/>
                  </a:moveTo>
                  <a:cubicBezTo>
                    <a:pt x="61254" y="91372"/>
                    <a:pt x="66683" y="89816"/>
                    <a:pt x="71054" y="86722"/>
                  </a:cubicBezTo>
                  <a:cubicBezTo>
                    <a:pt x="75425" y="83628"/>
                    <a:pt x="78738" y="79457"/>
                    <a:pt x="80994" y="74248"/>
                  </a:cubicBezTo>
                  <a:cubicBezTo>
                    <a:pt x="83249" y="69038"/>
                    <a:pt x="84387" y="63390"/>
                    <a:pt x="84387" y="57322"/>
                  </a:cubicBezTo>
                  <a:cubicBezTo>
                    <a:pt x="84387" y="50836"/>
                    <a:pt x="83249" y="45048"/>
                    <a:pt x="80994" y="39978"/>
                  </a:cubicBezTo>
                  <a:cubicBezTo>
                    <a:pt x="78738" y="34908"/>
                    <a:pt x="75425" y="30857"/>
                    <a:pt x="71054" y="27823"/>
                  </a:cubicBezTo>
                  <a:cubicBezTo>
                    <a:pt x="66683" y="24789"/>
                    <a:pt x="61174" y="23272"/>
                    <a:pt x="54568" y="23272"/>
                  </a:cubicBezTo>
                  <a:cubicBezTo>
                    <a:pt x="47962" y="23272"/>
                    <a:pt x="42094" y="24849"/>
                    <a:pt x="37862" y="28022"/>
                  </a:cubicBezTo>
                  <a:cubicBezTo>
                    <a:pt x="33631" y="31196"/>
                    <a:pt x="30537" y="35347"/>
                    <a:pt x="28561" y="40497"/>
                  </a:cubicBezTo>
                  <a:cubicBezTo>
                    <a:pt x="26585" y="45646"/>
                    <a:pt x="25607" y="51255"/>
                    <a:pt x="25607" y="57302"/>
                  </a:cubicBezTo>
                  <a:cubicBezTo>
                    <a:pt x="25607" y="63350"/>
                    <a:pt x="26585" y="69218"/>
                    <a:pt x="28561" y="74427"/>
                  </a:cubicBezTo>
                  <a:cubicBezTo>
                    <a:pt x="30537" y="79637"/>
                    <a:pt x="33711" y="83768"/>
                    <a:pt x="38082" y="86802"/>
                  </a:cubicBezTo>
                  <a:cubicBezTo>
                    <a:pt x="42453" y="89836"/>
                    <a:pt x="48021" y="91352"/>
                    <a:pt x="54788" y="9135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500F33-74F1-24B6-CE23-859C91D269FF}"/>
                </a:ext>
              </a:extLst>
            </p:cNvPr>
            <p:cNvSpPr/>
            <p:nvPr/>
          </p:nvSpPr>
          <p:spPr>
            <a:xfrm>
              <a:off x="8737457" y="2868549"/>
              <a:ext cx="153963" cy="113227"/>
            </a:xfrm>
            <a:custGeom>
              <a:avLst/>
              <a:gdLst>
                <a:gd name="connsiteX0" fmla="*/ 0 w 153963"/>
                <a:gd name="connsiteY0" fmla="*/ 113148 h 113227"/>
                <a:gd name="connsiteX1" fmla="*/ 0 w 153963"/>
                <a:gd name="connsiteY1" fmla="*/ 1697 h 113227"/>
                <a:gd name="connsiteX2" fmla="*/ 23691 w 153963"/>
                <a:gd name="connsiteY2" fmla="*/ 1697 h 113227"/>
                <a:gd name="connsiteX3" fmla="*/ 25388 w 153963"/>
                <a:gd name="connsiteY3" fmla="*/ 14390 h 113227"/>
                <a:gd name="connsiteX4" fmla="*/ 34589 w 153963"/>
                <a:gd name="connsiteY4" fmla="*/ 5608 h 113227"/>
                <a:gd name="connsiteX5" fmla="*/ 44948 w 153963"/>
                <a:gd name="connsiteY5" fmla="*/ 1277 h 113227"/>
                <a:gd name="connsiteX6" fmla="*/ 55207 w 153963"/>
                <a:gd name="connsiteY6" fmla="*/ 0 h 113227"/>
                <a:gd name="connsiteX7" fmla="*/ 73290 w 153963"/>
                <a:gd name="connsiteY7" fmla="*/ 4231 h 113227"/>
                <a:gd name="connsiteX8" fmla="*/ 85025 w 153963"/>
                <a:gd name="connsiteY8" fmla="*/ 16925 h 113227"/>
                <a:gd name="connsiteX9" fmla="*/ 94546 w 153963"/>
                <a:gd name="connsiteY9" fmla="*/ 7305 h 113227"/>
                <a:gd name="connsiteX10" fmla="*/ 105763 w 153963"/>
                <a:gd name="connsiteY10" fmla="*/ 1816 h 113227"/>
                <a:gd name="connsiteX11" fmla="*/ 118237 w 153963"/>
                <a:gd name="connsiteY11" fmla="*/ 20 h 113227"/>
                <a:gd name="connsiteX12" fmla="*/ 138955 w 153963"/>
                <a:gd name="connsiteY12" fmla="*/ 5409 h 113227"/>
                <a:gd name="connsiteX13" fmla="*/ 150371 w 153963"/>
                <a:gd name="connsiteY13" fmla="*/ 20218 h 113227"/>
                <a:gd name="connsiteX14" fmla="*/ 153964 w 153963"/>
                <a:gd name="connsiteY14" fmla="*/ 41674 h 113227"/>
                <a:gd name="connsiteX15" fmla="*/ 153964 w 153963"/>
                <a:gd name="connsiteY15" fmla="*/ 113168 h 113227"/>
                <a:gd name="connsiteX16" fmla="*/ 128157 w 153963"/>
                <a:gd name="connsiteY16" fmla="*/ 113168 h 113227"/>
                <a:gd name="connsiteX17" fmla="*/ 128157 w 153963"/>
                <a:gd name="connsiteY17" fmla="*/ 49937 h 113227"/>
                <a:gd name="connsiteX18" fmla="*/ 127738 w 153963"/>
                <a:gd name="connsiteY18" fmla="*/ 41056 h 113227"/>
                <a:gd name="connsiteX19" fmla="*/ 125522 w 153963"/>
                <a:gd name="connsiteY19" fmla="*/ 32393 h 113227"/>
                <a:gd name="connsiteX20" fmla="*/ 120333 w 153963"/>
                <a:gd name="connsiteY20" fmla="*/ 25847 h 113227"/>
                <a:gd name="connsiteX21" fmla="*/ 110812 w 153963"/>
                <a:gd name="connsiteY21" fmla="*/ 23312 h 113227"/>
                <a:gd name="connsiteX22" fmla="*/ 100773 w 153963"/>
                <a:gd name="connsiteY22" fmla="*/ 25967 h 113227"/>
                <a:gd name="connsiteX23" fmla="*/ 94426 w 153963"/>
                <a:gd name="connsiteY23" fmla="*/ 32952 h 113227"/>
                <a:gd name="connsiteX24" fmla="*/ 91033 w 153963"/>
                <a:gd name="connsiteY24" fmla="*/ 42473 h 113227"/>
                <a:gd name="connsiteX25" fmla="*/ 90075 w 153963"/>
                <a:gd name="connsiteY25" fmla="*/ 52732 h 113227"/>
                <a:gd name="connsiteX26" fmla="*/ 90075 w 153963"/>
                <a:gd name="connsiteY26" fmla="*/ 113208 h 113227"/>
                <a:gd name="connsiteX27" fmla="*/ 64268 w 153963"/>
                <a:gd name="connsiteY27" fmla="*/ 113208 h 113227"/>
                <a:gd name="connsiteX28" fmla="*/ 64268 w 153963"/>
                <a:gd name="connsiteY28" fmla="*/ 49758 h 113227"/>
                <a:gd name="connsiteX29" fmla="*/ 63749 w 153963"/>
                <a:gd name="connsiteY29" fmla="*/ 41195 h 113227"/>
                <a:gd name="connsiteX30" fmla="*/ 61633 w 153963"/>
                <a:gd name="connsiteY30" fmla="*/ 32533 h 113227"/>
                <a:gd name="connsiteX31" fmla="*/ 56564 w 153963"/>
                <a:gd name="connsiteY31" fmla="*/ 25867 h 113227"/>
                <a:gd name="connsiteX32" fmla="*/ 46944 w 153963"/>
                <a:gd name="connsiteY32" fmla="*/ 23332 h 113227"/>
                <a:gd name="connsiteX33" fmla="*/ 33511 w 153963"/>
                <a:gd name="connsiteY33" fmla="*/ 28202 h 113227"/>
                <a:gd name="connsiteX34" fmla="*/ 27384 w 153963"/>
                <a:gd name="connsiteY34" fmla="*/ 40038 h 113227"/>
                <a:gd name="connsiteX35" fmla="*/ 25807 w 153963"/>
                <a:gd name="connsiteY35" fmla="*/ 53370 h 113227"/>
                <a:gd name="connsiteX36" fmla="*/ 25807 w 153963"/>
                <a:gd name="connsiteY36" fmla="*/ 113228 h 113227"/>
                <a:gd name="connsiteX37" fmla="*/ 0 w 153963"/>
                <a:gd name="connsiteY37" fmla="*/ 113228 h 11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3963" h="113227">
                  <a:moveTo>
                    <a:pt x="0" y="113148"/>
                  </a:moveTo>
                  <a:lnTo>
                    <a:pt x="0" y="1697"/>
                  </a:lnTo>
                  <a:lnTo>
                    <a:pt x="23691" y="1697"/>
                  </a:lnTo>
                  <a:lnTo>
                    <a:pt x="25388" y="14390"/>
                  </a:lnTo>
                  <a:cubicBezTo>
                    <a:pt x="28202" y="10578"/>
                    <a:pt x="31276" y="7664"/>
                    <a:pt x="34589" y="5608"/>
                  </a:cubicBezTo>
                  <a:cubicBezTo>
                    <a:pt x="37902" y="3573"/>
                    <a:pt x="41355" y="2116"/>
                    <a:pt x="44948" y="1277"/>
                  </a:cubicBezTo>
                  <a:cubicBezTo>
                    <a:pt x="48540" y="439"/>
                    <a:pt x="51953" y="0"/>
                    <a:pt x="55207" y="0"/>
                  </a:cubicBezTo>
                  <a:cubicBezTo>
                    <a:pt x="62252" y="0"/>
                    <a:pt x="68280" y="1417"/>
                    <a:pt x="73290" y="4231"/>
                  </a:cubicBezTo>
                  <a:cubicBezTo>
                    <a:pt x="78299" y="7046"/>
                    <a:pt x="82211" y="11277"/>
                    <a:pt x="85025" y="16925"/>
                  </a:cubicBezTo>
                  <a:cubicBezTo>
                    <a:pt x="87840" y="12973"/>
                    <a:pt x="91013" y="9780"/>
                    <a:pt x="94546" y="7305"/>
                  </a:cubicBezTo>
                  <a:cubicBezTo>
                    <a:pt x="98079" y="4850"/>
                    <a:pt x="101811" y="3014"/>
                    <a:pt x="105763" y="1816"/>
                  </a:cubicBezTo>
                  <a:cubicBezTo>
                    <a:pt x="109715" y="619"/>
                    <a:pt x="113866" y="20"/>
                    <a:pt x="118237" y="20"/>
                  </a:cubicBezTo>
                  <a:cubicBezTo>
                    <a:pt x="126840" y="20"/>
                    <a:pt x="133745" y="1816"/>
                    <a:pt x="138955" y="5409"/>
                  </a:cubicBezTo>
                  <a:cubicBezTo>
                    <a:pt x="144164" y="9002"/>
                    <a:pt x="147976" y="13931"/>
                    <a:pt x="150371" y="20218"/>
                  </a:cubicBezTo>
                  <a:cubicBezTo>
                    <a:pt x="152766" y="26486"/>
                    <a:pt x="153964" y="33651"/>
                    <a:pt x="153964" y="41674"/>
                  </a:cubicBezTo>
                  <a:lnTo>
                    <a:pt x="153964" y="113168"/>
                  </a:lnTo>
                  <a:lnTo>
                    <a:pt x="128157" y="113168"/>
                  </a:lnTo>
                  <a:lnTo>
                    <a:pt x="128157" y="49937"/>
                  </a:lnTo>
                  <a:cubicBezTo>
                    <a:pt x="128157" y="47123"/>
                    <a:pt x="128017" y="44149"/>
                    <a:pt x="127738" y="41056"/>
                  </a:cubicBezTo>
                  <a:cubicBezTo>
                    <a:pt x="127458" y="37962"/>
                    <a:pt x="126720" y="35068"/>
                    <a:pt x="125522" y="32393"/>
                  </a:cubicBezTo>
                  <a:cubicBezTo>
                    <a:pt x="124325" y="29719"/>
                    <a:pt x="122588" y="27523"/>
                    <a:pt x="120333" y="25847"/>
                  </a:cubicBezTo>
                  <a:cubicBezTo>
                    <a:pt x="118078" y="24150"/>
                    <a:pt x="114904" y="23312"/>
                    <a:pt x="110812" y="23312"/>
                  </a:cubicBezTo>
                  <a:cubicBezTo>
                    <a:pt x="106721" y="23312"/>
                    <a:pt x="103368" y="24190"/>
                    <a:pt x="100773" y="25967"/>
                  </a:cubicBezTo>
                  <a:cubicBezTo>
                    <a:pt x="98158" y="27723"/>
                    <a:pt x="96043" y="30058"/>
                    <a:pt x="94426" y="32952"/>
                  </a:cubicBezTo>
                  <a:cubicBezTo>
                    <a:pt x="92809" y="35846"/>
                    <a:pt x="91672" y="39020"/>
                    <a:pt x="91033" y="42473"/>
                  </a:cubicBezTo>
                  <a:cubicBezTo>
                    <a:pt x="90394" y="45926"/>
                    <a:pt x="90075" y="49339"/>
                    <a:pt x="90075" y="52732"/>
                  </a:cubicBezTo>
                  <a:lnTo>
                    <a:pt x="90075" y="113208"/>
                  </a:lnTo>
                  <a:lnTo>
                    <a:pt x="64268" y="113208"/>
                  </a:lnTo>
                  <a:lnTo>
                    <a:pt x="64268" y="49758"/>
                  </a:lnTo>
                  <a:cubicBezTo>
                    <a:pt x="64268" y="47083"/>
                    <a:pt x="64088" y="44229"/>
                    <a:pt x="63749" y="41195"/>
                  </a:cubicBezTo>
                  <a:cubicBezTo>
                    <a:pt x="63390" y="38162"/>
                    <a:pt x="62691" y="35268"/>
                    <a:pt x="61633" y="32533"/>
                  </a:cubicBezTo>
                  <a:cubicBezTo>
                    <a:pt x="60576" y="29779"/>
                    <a:pt x="58879" y="27563"/>
                    <a:pt x="56564" y="25867"/>
                  </a:cubicBezTo>
                  <a:cubicBezTo>
                    <a:pt x="54229" y="24170"/>
                    <a:pt x="51035" y="23332"/>
                    <a:pt x="46944" y="23332"/>
                  </a:cubicBezTo>
                  <a:cubicBezTo>
                    <a:pt x="41016" y="23332"/>
                    <a:pt x="36545" y="24949"/>
                    <a:pt x="33511" y="28202"/>
                  </a:cubicBezTo>
                  <a:cubicBezTo>
                    <a:pt x="30477" y="31455"/>
                    <a:pt x="28442" y="35387"/>
                    <a:pt x="27384" y="40038"/>
                  </a:cubicBezTo>
                  <a:cubicBezTo>
                    <a:pt x="26326" y="44688"/>
                    <a:pt x="25807" y="49139"/>
                    <a:pt x="25807" y="53370"/>
                  </a:cubicBezTo>
                  <a:lnTo>
                    <a:pt x="25807" y="113228"/>
                  </a:lnTo>
                  <a:lnTo>
                    <a:pt x="0" y="11322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978637F-A50A-21B4-FB4E-6AA6693129E1}"/>
                </a:ext>
              </a:extLst>
            </p:cNvPr>
            <p:cNvSpPr/>
            <p:nvPr/>
          </p:nvSpPr>
          <p:spPr>
            <a:xfrm>
              <a:off x="8909305" y="2832164"/>
              <a:ext cx="25807" cy="149533"/>
            </a:xfrm>
            <a:custGeom>
              <a:avLst/>
              <a:gdLst>
                <a:gd name="connsiteX0" fmla="*/ 0 w 25807"/>
                <a:gd name="connsiteY0" fmla="*/ 149533 h 149533"/>
                <a:gd name="connsiteX1" fmla="*/ 0 w 25807"/>
                <a:gd name="connsiteY1" fmla="*/ 0 h 149533"/>
                <a:gd name="connsiteX2" fmla="*/ 25807 w 25807"/>
                <a:gd name="connsiteY2" fmla="*/ 0 h 149533"/>
                <a:gd name="connsiteX3" fmla="*/ 25807 w 25807"/>
                <a:gd name="connsiteY3" fmla="*/ 149533 h 149533"/>
                <a:gd name="connsiteX4" fmla="*/ 0 w 25807"/>
                <a:gd name="connsiteY4" fmla="*/ 149533 h 149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07" h="149533">
                  <a:moveTo>
                    <a:pt x="0" y="149533"/>
                  </a:moveTo>
                  <a:lnTo>
                    <a:pt x="0" y="0"/>
                  </a:lnTo>
                  <a:lnTo>
                    <a:pt x="25807" y="0"/>
                  </a:lnTo>
                  <a:lnTo>
                    <a:pt x="25807" y="149533"/>
                  </a:lnTo>
                  <a:lnTo>
                    <a:pt x="0" y="149533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08C3830-8FD9-C8F5-F086-2013DE925567}"/>
                </a:ext>
              </a:extLst>
            </p:cNvPr>
            <p:cNvSpPr/>
            <p:nvPr/>
          </p:nvSpPr>
          <p:spPr>
            <a:xfrm>
              <a:off x="8948963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46 w 105117"/>
                <a:gd name="connsiteY24" fmla="*/ 46505 h 114604"/>
                <a:gd name="connsiteX25" fmla="*/ 79976 w 105117"/>
                <a:gd name="connsiteY25" fmla="*/ 46505 h 114604"/>
                <a:gd name="connsiteX26" fmla="*/ 76802 w 105117"/>
                <a:gd name="connsiteY26" fmla="*/ 33811 h 114604"/>
                <a:gd name="connsiteX27" fmla="*/ 67821 w 105117"/>
                <a:gd name="connsiteY27" fmla="*/ 24829 h 114604"/>
                <a:gd name="connsiteX28" fmla="*/ 53750 w 105117"/>
                <a:gd name="connsiteY28" fmla="*/ 21556 h 114604"/>
                <a:gd name="connsiteX29" fmla="*/ 38940 w 105117"/>
                <a:gd name="connsiteY29" fmla="*/ 25148 h 114604"/>
                <a:gd name="connsiteX30" fmla="*/ 29839 w 105117"/>
                <a:gd name="connsiteY30" fmla="*/ 34449 h 114604"/>
                <a:gd name="connsiteX31" fmla="*/ 2624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46" y="46505"/>
                  </a:moveTo>
                  <a:lnTo>
                    <a:pt x="79976" y="46505"/>
                  </a:lnTo>
                  <a:cubicBezTo>
                    <a:pt x="79976" y="41854"/>
                    <a:pt x="78918" y="37623"/>
                    <a:pt x="76802" y="33811"/>
                  </a:cubicBezTo>
                  <a:cubicBezTo>
                    <a:pt x="74687" y="29998"/>
                    <a:pt x="71693" y="27005"/>
                    <a:pt x="67821" y="24829"/>
                  </a:cubicBezTo>
                  <a:cubicBezTo>
                    <a:pt x="63949" y="22654"/>
                    <a:pt x="59258" y="21556"/>
                    <a:pt x="53750" y="21556"/>
                  </a:cubicBezTo>
                  <a:cubicBezTo>
                    <a:pt x="47822" y="21556"/>
                    <a:pt x="42892" y="22753"/>
                    <a:pt x="38940" y="25148"/>
                  </a:cubicBezTo>
                  <a:cubicBezTo>
                    <a:pt x="34988" y="27543"/>
                    <a:pt x="31954" y="30637"/>
                    <a:pt x="29839" y="34449"/>
                  </a:cubicBezTo>
                  <a:cubicBezTo>
                    <a:pt x="27723" y="38261"/>
                    <a:pt x="26526" y="42273"/>
                    <a:pt x="2624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870A3D2-D944-120B-7F34-76E91485B988}"/>
                </a:ext>
              </a:extLst>
            </p:cNvPr>
            <p:cNvSpPr/>
            <p:nvPr/>
          </p:nvSpPr>
          <p:spPr>
            <a:xfrm>
              <a:off x="9060993" y="2868549"/>
              <a:ext cx="94945" cy="114624"/>
            </a:xfrm>
            <a:custGeom>
              <a:avLst/>
              <a:gdLst>
                <a:gd name="connsiteX0" fmla="*/ 48640 w 94945"/>
                <a:gd name="connsiteY0" fmla="*/ 114625 h 114624"/>
                <a:gd name="connsiteX1" fmla="*/ 32673 w 94945"/>
                <a:gd name="connsiteY1" fmla="*/ 112928 h 114624"/>
                <a:gd name="connsiteX2" fmla="*/ 17764 w 94945"/>
                <a:gd name="connsiteY2" fmla="*/ 107320 h 114624"/>
                <a:gd name="connsiteX3" fmla="*/ 6127 w 94945"/>
                <a:gd name="connsiteY3" fmla="*/ 96642 h 114624"/>
                <a:gd name="connsiteX4" fmla="*/ 0 w 94945"/>
                <a:gd name="connsiteY4" fmla="*/ 79716 h 114624"/>
                <a:gd name="connsiteX5" fmla="*/ 26007 w 94945"/>
                <a:gd name="connsiteY5" fmla="*/ 79716 h 114624"/>
                <a:gd name="connsiteX6" fmla="*/ 31396 w 94945"/>
                <a:gd name="connsiteY6" fmla="*/ 87221 h 114624"/>
                <a:gd name="connsiteX7" fmla="*/ 40058 w 94945"/>
                <a:gd name="connsiteY7" fmla="*/ 91452 h 114624"/>
                <a:gd name="connsiteX8" fmla="*/ 49898 w 94945"/>
                <a:gd name="connsiteY8" fmla="*/ 92829 h 114624"/>
                <a:gd name="connsiteX9" fmla="*/ 56344 w 94945"/>
                <a:gd name="connsiteY9" fmla="*/ 92410 h 114624"/>
                <a:gd name="connsiteX10" fmla="*/ 62911 w 94945"/>
                <a:gd name="connsiteY10" fmla="*/ 90714 h 114624"/>
                <a:gd name="connsiteX11" fmla="*/ 67881 w 94945"/>
                <a:gd name="connsiteY11" fmla="*/ 87021 h 114624"/>
                <a:gd name="connsiteX12" fmla="*/ 69777 w 94945"/>
                <a:gd name="connsiteY12" fmla="*/ 80575 h 114624"/>
                <a:gd name="connsiteX13" fmla="*/ 67661 w 94945"/>
                <a:gd name="connsiteY13" fmla="*/ 74547 h 114624"/>
                <a:gd name="connsiteX14" fmla="*/ 61953 w 94945"/>
                <a:gd name="connsiteY14" fmla="*/ 70954 h 114624"/>
                <a:gd name="connsiteX15" fmla="*/ 53291 w 94945"/>
                <a:gd name="connsiteY15" fmla="*/ 68739 h 114624"/>
                <a:gd name="connsiteX16" fmla="*/ 33831 w 94945"/>
                <a:gd name="connsiteY16" fmla="*/ 64607 h 114624"/>
                <a:gd name="connsiteX17" fmla="*/ 15847 w 94945"/>
                <a:gd name="connsiteY17" fmla="*/ 57522 h 114624"/>
                <a:gd name="connsiteX18" fmla="*/ 10339 w 94945"/>
                <a:gd name="connsiteY18" fmla="*/ 53091 h 114624"/>
                <a:gd name="connsiteX19" fmla="*/ 6427 w 94945"/>
                <a:gd name="connsiteY19" fmla="*/ 47483 h 114624"/>
                <a:gd name="connsiteX20" fmla="*/ 4092 w 94945"/>
                <a:gd name="connsiteY20" fmla="*/ 40816 h 114624"/>
                <a:gd name="connsiteX21" fmla="*/ 3353 w 94945"/>
                <a:gd name="connsiteY21" fmla="*/ 32992 h 114624"/>
                <a:gd name="connsiteX22" fmla="*/ 7046 w 94945"/>
                <a:gd name="connsiteY22" fmla="*/ 17863 h 114624"/>
                <a:gd name="connsiteX23" fmla="*/ 16985 w 94945"/>
                <a:gd name="connsiteY23" fmla="*/ 7704 h 114624"/>
                <a:gd name="connsiteX24" fmla="*/ 31256 w 94945"/>
                <a:gd name="connsiteY24" fmla="*/ 1896 h 114624"/>
                <a:gd name="connsiteX25" fmla="*/ 47762 w 94945"/>
                <a:gd name="connsiteY25" fmla="*/ 0 h 114624"/>
                <a:gd name="connsiteX26" fmla="*/ 68479 w 94945"/>
                <a:gd name="connsiteY26" fmla="*/ 3593 h 114624"/>
                <a:gd name="connsiteX27" fmla="*/ 84028 w 94945"/>
                <a:gd name="connsiteY27" fmla="*/ 14590 h 114624"/>
                <a:gd name="connsiteX28" fmla="*/ 91532 w 94945"/>
                <a:gd name="connsiteY28" fmla="*/ 33411 h 114624"/>
                <a:gd name="connsiteX29" fmla="*/ 67002 w 94945"/>
                <a:gd name="connsiteY29" fmla="*/ 33411 h 114624"/>
                <a:gd name="connsiteX30" fmla="*/ 60556 w 94945"/>
                <a:gd name="connsiteY30" fmla="*/ 24949 h 114624"/>
                <a:gd name="connsiteX31" fmla="*/ 46924 w 94945"/>
                <a:gd name="connsiteY31" fmla="*/ 21775 h 114624"/>
                <a:gd name="connsiteX32" fmla="*/ 40796 w 94945"/>
                <a:gd name="connsiteY32" fmla="*/ 22294 h 114624"/>
                <a:gd name="connsiteX33" fmla="*/ 34769 w 94945"/>
                <a:gd name="connsiteY33" fmla="*/ 23991 h 114624"/>
                <a:gd name="connsiteX34" fmla="*/ 30118 w 94945"/>
                <a:gd name="connsiteY34" fmla="*/ 27484 h 114624"/>
                <a:gd name="connsiteX35" fmla="*/ 28322 w 94945"/>
                <a:gd name="connsiteY35" fmla="*/ 33192 h 114624"/>
                <a:gd name="connsiteX36" fmla="*/ 29899 w 94945"/>
                <a:gd name="connsiteY36" fmla="*/ 38681 h 114624"/>
                <a:gd name="connsiteX37" fmla="*/ 34769 w 94945"/>
                <a:gd name="connsiteY37" fmla="*/ 42593 h 114624"/>
                <a:gd name="connsiteX38" fmla="*/ 42493 w 94945"/>
                <a:gd name="connsiteY38" fmla="*/ 45227 h 114624"/>
                <a:gd name="connsiteX39" fmla="*/ 57502 w 94945"/>
                <a:gd name="connsiteY39" fmla="*/ 48181 h 114624"/>
                <a:gd name="connsiteX40" fmla="*/ 71034 w 94945"/>
                <a:gd name="connsiteY40" fmla="*/ 51135 h 114624"/>
                <a:gd name="connsiteX41" fmla="*/ 83309 w 94945"/>
                <a:gd name="connsiteY41" fmla="*/ 56524 h 114624"/>
                <a:gd name="connsiteX42" fmla="*/ 91871 w 94945"/>
                <a:gd name="connsiteY42" fmla="*/ 65625 h 114624"/>
                <a:gd name="connsiteX43" fmla="*/ 94945 w 94945"/>
                <a:gd name="connsiteY43" fmla="*/ 79896 h 114624"/>
                <a:gd name="connsiteX44" fmla="*/ 90814 w 94945"/>
                <a:gd name="connsiteY44" fmla="*/ 96821 h 114624"/>
                <a:gd name="connsiteX45" fmla="*/ 79916 w 94945"/>
                <a:gd name="connsiteY45" fmla="*/ 107400 h 114624"/>
                <a:gd name="connsiteX46" fmla="*/ 64907 w 94945"/>
                <a:gd name="connsiteY46" fmla="*/ 112888 h 114624"/>
                <a:gd name="connsiteX47" fmla="*/ 48620 w 94945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5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7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0" y="89117"/>
                    <a:pt x="36745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3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1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1" y="43211"/>
                    <a:pt x="4092" y="40816"/>
                  </a:cubicBezTo>
                  <a:cubicBezTo>
                    <a:pt x="3593" y="38421"/>
                    <a:pt x="3353" y="35807"/>
                    <a:pt x="3353" y="32992"/>
                  </a:cubicBezTo>
                  <a:cubicBezTo>
                    <a:pt x="3353" y="27064"/>
                    <a:pt x="4591" y="22035"/>
                    <a:pt x="7046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4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8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9" y="23991"/>
                  </a:cubicBezTo>
                  <a:cubicBezTo>
                    <a:pt x="32873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9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5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09C38EF-6DEE-88A8-F081-7CAB962C9517}"/>
                </a:ext>
              </a:extLst>
            </p:cNvPr>
            <p:cNvSpPr/>
            <p:nvPr/>
          </p:nvSpPr>
          <p:spPr>
            <a:xfrm>
              <a:off x="9162984" y="2868549"/>
              <a:ext cx="94945" cy="114624"/>
            </a:xfrm>
            <a:custGeom>
              <a:avLst/>
              <a:gdLst>
                <a:gd name="connsiteX0" fmla="*/ 48640 w 94945"/>
                <a:gd name="connsiteY0" fmla="*/ 114625 h 114624"/>
                <a:gd name="connsiteX1" fmla="*/ 32673 w 94945"/>
                <a:gd name="connsiteY1" fmla="*/ 112928 h 114624"/>
                <a:gd name="connsiteX2" fmla="*/ 17764 w 94945"/>
                <a:gd name="connsiteY2" fmla="*/ 107320 h 114624"/>
                <a:gd name="connsiteX3" fmla="*/ 6127 w 94945"/>
                <a:gd name="connsiteY3" fmla="*/ 96642 h 114624"/>
                <a:gd name="connsiteX4" fmla="*/ 0 w 94945"/>
                <a:gd name="connsiteY4" fmla="*/ 79716 h 114624"/>
                <a:gd name="connsiteX5" fmla="*/ 26007 w 94945"/>
                <a:gd name="connsiteY5" fmla="*/ 79716 h 114624"/>
                <a:gd name="connsiteX6" fmla="*/ 31396 w 94945"/>
                <a:gd name="connsiteY6" fmla="*/ 87221 h 114624"/>
                <a:gd name="connsiteX7" fmla="*/ 40058 w 94945"/>
                <a:gd name="connsiteY7" fmla="*/ 91452 h 114624"/>
                <a:gd name="connsiteX8" fmla="*/ 49898 w 94945"/>
                <a:gd name="connsiteY8" fmla="*/ 92829 h 114624"/>
                <a:gd name="connsiteX9" fmla="*/ 56344 w 94945"/>
                <a:gd name="connsiteY9" fmla="*/ 92410 h 114624"/>
                <a:gd name="connsiteX10" fmla="*/ 62911 w 94945"/>
                <a:gd name="connsiteY10" fmla="*/ 90714 h 114624"/>
                <a:gd name="connsiteX11" fmla="*/ 67881 w 94945"/>
                <a:gd name="connsiteY11" fmla="*/ 87021 h 114624"/>
                <a:gd name="connsiteX12" fmla="*/ 69777 w 94945"/>
                <a:gd name="connsiteY12" fmla="*/ 80575 h 114624"/>
                <a:gd name="connsiteX13" fmla="*/ 67661 w 94945"/>
                <a:gd name="connsiteY13" fmla="*/ 74547 h 114624"/>
                <a:gd name="connsiteX14" fmla="*/ 61953 w 94945"/>
                <a:gd name="connsiteY14" fmla="*/ 70954 h 114624"/>
                <a:gd name="connsiteX15" fmla="*/ 53291 w 94945"/>
                <a:gd name="connsiteY15" fmla="*/ 68739 h 114624"/>
                <a:gd name="connsiteX16" fmla="*/ 33831 w 94945"/>
                <a:gd name="connsiteY16" fmla="*/ 64607 h 114624"/>
                <a:gd name="connsiteX17" fmla="*/ 15847 w 94945"/>
                <a:gd name="connsiteY17" fmla="*/ 57522 h 114624"/>
                <a:gd name="connsiteX18" fmla="*/ 10339 w 94945"/>
                <a:gd name="connsiteY18" fmla="*/ 53091 h 114624"/>
                <a:gd name="connsiteX19" fmla="*/ 6427 w 94945"/>
                <a:gd name="connsiteY19" fmla="*/ 47483 h 114624"/>
                <a:gd name="connsiteX20" fmla="*/ 4092 w 94945"/>
                <a:gd name="connsiteY20" fmla="*/ 40816 h 114624"/>
                <a:gd name="connsiteX21" fmla="*/ 3353 w 94945"/>
                <a:gd name="connsiteY21" fmla="*/ 32992 h 114624"/>
                <a:gd name="connsiteX22" fmla="*/ 7046 w 94945"/>
                <a:gd name="connsiteY22" fmla="*/ 17863 h 114624"/>
                <a:gd name="connsiteX23" fmla="*/ 16985 w 94945"/>
                <a:gd name="connsiteY23" fmla="*/ 7704 h 114624"/>
                <a:gd name="connsiteX24" fmla="*/ 31256 w 94945"/>
                <a:gd name="connsiteY24" fmla="*/ 1896 h 114624"/>
                <a:gd name="connsiteX25" fmla="*/ 47762 w 94945"/>
                <a:gd name="connsiteY25" fmla="*/ 0 h 114624"/>
                <a:gd name="connsiteX26" fmla="*/ 68479 w 94945"/>
                <a:gd name="connsiteY26" fmla="*/ 3593 h 114624"/>
                <a:gd name="connsiteX27" fmla="*/ 84028 w 94945"/>
                <a:gd name="connsiteY27" fmla="*/ 14590 h 114624"/>
                <a:gd name="connsiteX28" fmla="*/ 91532 w 94945"/>
                <a:gd name="connsiteY28" fmla="*/ 33411 h 114624"/>
                <a:gd name="connsiteX29" fmla="*/ 67002 w 94945"/>
                <a:gd name="connsiteY29" fmla="*/ 33411 h 114624"/>
                <a:gd name="connsiteX30" fmla="*/ 60556 w 94945"/>
                <a:gd name="connsiteY30" fmla="*/ 24949 h 114624"/>
                <a:gd name="connsiteX31" fmla="*/ 46924 w 94945"/>
                <a:gd name="connsiteY31" fmla="*/ 21775 h 114624"/>
                <a:gd name="connsiteX32" fmla="*/ 40796 w 94945"/>
                <a:gd name="connsiteY32" fmla="*/ 22294 h 114624"/>
                <a:gd name="connsiteX33" fmla="*/ 34769 w 94945"/>
                <a:gd name="connsiteY33" fmla="*/ 23991 h 114624"/>
                <a:gd name="connsiteX34" fmla="*/ 30118 w 94945"/>
                <a:gd name="connsiteY34" fmla="*/ 27484 h 114624"/>
                <a:gd name="connsiteX35" fmla="*/ 28322 w 94945"/>
                <a:gd name="connsiteY35" fmla="*/ 33192 h 114624"/>
                <a:gd name="connsiteX36" fmla="*/ 29899 w 94945"/>
                <a:gd name="connsiteY36" fmla="*/ 38681 h 114624"/>
                <a:gd name="connsiteX37" fmla="*/ 34769 w 94945"/>
                <a:gd name="connsiteY37" fmla="*/ 42593 h 114624"/>
                <a:gd name="connsiteX38" fmla="*/ 42493 w 94945"/>
                <a:gd name="connsiteY38" fmla="*/ 45227 h 114624"/>
                <a:gd name="connsiteX39" fmla="*/ 57502 w 94945"/>
                <a:gd name="connsiteY39" fmla="*/ 48181 h 114624"/>
                <a:gd name="connsiteX40" fmla="*/ 71034 w 94945"/>
                <a:gd name="connsiteY40" fmla="*/ 51135 h 114624"/>
                <a:gd name="connsiteX41" fmla="*/ 83309 w 94945"/>
                <a:gd name="connsiteY41" fmla="*/ 56524 h 114624"/>
                <a:gd name="connsiteX42" fmla="*/ 91871 w 94945"/>
                <a:gd name="connsiteY42" fmla="*/ 65625 h 114624"/>
                <a:gd name="connsiteX43" fmla="*/ 94945 w 94945"/>
                <a:gd name="connsiteY43" fmla="*/ 79896 h 114624"/>
                <a:gd name="connsiteX44" fmla="*/ 90814 w 94945"/>
                <a:gd name="connsiteY44" fmla="*/ 96821 h 114624"/>
                <a:gd name="connsiteX45" fmla="*/ 79916 w 94945"/>
                <a:gd name="connsiteY45" fmla="*/ 107400 h 114624"/>
                <a:gd name="connsiteX46" fmla="*/ 64907 w 94945"/>
                <a:gd name="connsiteY46" fmla="*/ 112888 h 114624"/>
                <a:gd name="connsiteX47" fmla="*/ 48620 w 94945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5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7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1" y="89117"/>
                    <a:pt x="36745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4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1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1" y="43211"/>
                    <a:pt x="4092" y="40816"/>
                  </a:cubicBezTo>
                  <a:cubicBezTo>
                    <a:pt x="3593" y="38421"/>
                    <a:pt x="3353" y="35807"/>
                    <a:pt x="3353" y="32992"/>
                  </a:cubicBezTo>
                  <a:cubicBezTo>
                    <a:pt x="3353" y="27064"/>
                    <a:pt x="4591" y="22035"/>
                    <a:pt x="7046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4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8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9" y="23991"/>
                  </a:cubicBezTo>
                  <a:cubicBezTo>
                    <a:pt x="32873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9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6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BEBC63-FC0D-AAE7-03C9-8919B295843B}"/>
                </a:ext>
              </a:extLst>
            </p:cNvPr>
            <p:cNvSpPr/>
            <p:nvPr/>
          </p:nvSpPr>
          <p:spPr>
            <a:xfrm>
              <a:off x="9268228" y="2951020"/>
              <a:ext cx="35726" cy="60914"/>
            </a:xfrm>
            <a:custGeom>
              <a:avLst/>
              <a:gdLst>
                <a:gd name="connsiteX0" fmla="*/ 7405 w 35726"/>
                <a:gd name="connsiteY0" fmla="*/ 60915 h 60914"/>
                <a:gd name="connsiteX1" fmla="*/ 0 w 35726"/>
                <a:gd name="connsiteY1" fmla="*/ 49698 h 60914"/>
                <a:gd name="connsiteX2" fmla="*/ 6546 w 35726"/>
                <a:gd name="connsiteY2" fmla="*/ 44948 h 60914"/>
                <a:gd name="connsiteX3" fmla="*/ 12794 w 35726"/>
                <a:gd name="connsiteY3" fmla="*/ 38182 h 60914"/>
                <a:gd name="connsiteX4" fmla="*/ 16706 w 35726"/>
                <a:gd name="connsiteY4" fmla="*/ 31515 h 60914"/>
                <a:gd name="connsiteX5" fmla="*/ 6227 w 35726"/>
                <a:gd name="connsiteY5" fmla="*/ 26965 h 60914"/>
                <a:gd name="connsiteX6" fmla="*/ 1896 w 35726"/>
                <a:gd name="connsiteY6" fmla="*/ 15867 h 60914"/>
                <a:gd name="connsiteX7" fmla="*/ 6966 w 35726"/>
                <a:gd name="connsiteY7" fmla="*/ 4231 h 60914"/>
                <a:gd name="connsiteX8" fmla="*/ 18382 w 35726"/>
                <a:gd name="connsiteY8" fmla="*/ 0 h 60914"/>
                <a:gd name="connsiteX9" fmla="*/ 31076 w 35726"/>
                <a:gd name="connsiteY9" fmla="*/ 6028 h 60914"/>
                <a:gd name="connsiteX10" fmla="*/ 35727 w 35726"/>
                <a:gd name="connsiteY10" fmla="*/ 21775 h 60914"/>
                <a:gd name="connsiteX11" fmla="*/ 31595 w 35726"/>
                <a:gd name="connsiteY11" fmla="*/ 38481 h 60914"/>
                <a:gd name="connsiteX12" fmla="*/ 21017 w 35726"/>
                <a:gd name="connsiteY12" fmla="*/ 52432 h 60914"/>
                <a:gd name="connsiteX13" fmla="*/ 7385 w 35726"/>
                <a:gd name="connsiteY13" fmla="*/ 60895 h 6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726" h="60914">
                  <a:moveTo>
                    <a:pt x="7405" y="60915"/>
                  </a:moveTo>
                  <a:lnTo>
                    <a:pt x="0" y="49698"/>
                  </a:lnTo>
                  <a:cubicBezTo>
                    <a:pt x="2116" y="48560"/>
                    <a:pt x="4291" y="46984"/>
                    <a:pt x="6546" y="44948"/>
                  </a:cubicBezTo>
                  <a:cubicBezTo>
                    <a:pt x="8802" y="42912"/>
                    <a:pt x="10878" y="40637"/>
                    <a:pt x="12794" y="38182"/>
                  </a:cubicBezTo>
                  <a:cubicBezTo>
                    <a:pt x="14690" y="35707"/>
                    <a:pt x="16007" y="33491"/>
                    <a:pt x="16706" y="31515"/>
                  </a:cubicBezTo>
                  <a:cubicBezTo>
                    <a:pt x="12614" y="31096"/>
                    <a:pt x="9121" y="29579"/>
                    <a:pt x="6227" y="26965"/>
                  </a:cubicBezTo>
                  <a:cubicBezTo>
                    <a:pt x="3333" y="24350"/>
                    <a:pt x="1896" y="20658"/>
                    <a:pt x="1896" y="15867"/>
                  </a:cubicBezTo>
                  <a:cubicBezTo>
                    <a:pt x="1896" y="11077"/>
                    <a:pt x="3593" y="7066"/>
                    <a:pt x="6966" y="4231"/>
                  </a:cubicBezTo>
                  <a:cubicBezTo>
                    <a:pt x="10359" y="1417"/>
                    <a:pt x="14151" y="0"/>
                    <a:pt x="18382" y="0"/>
                  </a:cubicBezTo>
                  <a:cubicBezTo>
                    <a:pt x="23731" y="0"/>
                    <a:pt x="27963" y="2016"/>
                    <a:pt x="31076" y="6028"/>
                  </a:cubicBezTo>
                  <a:cubicBezTo>
                    <a:pt x="34170" y="10039"/>
                    <a:pt x="35727" y="15309"/>
                    <a:pt x="35727" y="21775"/>
                  </a:cubicBezTo>
                  <a:cubicBezTo>
                    <a:pt x="35727" y="27563"/>
                    <a:pt x="34349" y="33132"/>
                    <a:pt x="31595" y="38481"/>
                  </a:cubicBezTo>
                  <a:cubicBezTo>
                    <a:pt x="28841" y="43830"/>
                    <a:pt x="25328" y="48480"/>
                    <a:pt x="21017" y="52432"/>
                  </a:cubicBezTo>
                  <a:cubicBezTo>
                    <a:pt x="16706" y="56384"/>
                    <a:pt x="12175" y="59198"/>
                    <a:pt x="7385" y="6089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E337BB5-2435-82FE-9CFC-4FF65795A90F}"/>
                </a:ext>
              </a:extLst>
            </p:cNvPr>
            <p:cNvSpPr/>
            <p:nvPr/>
          </p:nvSpPr>
          <p:spPr>
            <a:xfrm>
              <a:off x="9375248" y="2868569"/>
              <a:ext cx="102988" cy="114664"/>
            </a:xfrm>
            <a:custGeom>
              <a:avLst/>
              <a:gdLst>
                <a:gd name="connsiteX0" fmla="*/ 53291 w 102988"/>
                <a:gd name="connsiteY0" fmla="*/ 114605 h 114664"/>
                <a:gd name="connsiteX1" fmla="*/ 24110 w 102988"/>
                <a:gd name="connsiteY1" fmla="*/ 107519 h 114664"/>
                <a:gd name="connsiteX2" fmla="*/ 6127 w 102988"/>
                <a:gd name="connsiteY2" fmla="*/ 87540 h 114664"/>
                <a:gd name="connsiteX3" fmla="*/ 0 w 102988"/>
                <a:gd name="connsiteY3" fmla="*/ 57721 h 114664"/>
                <a:gd name="connsiteX4" fmla="*/ 6347 w 102988"/>
                <a:gd name="connsiteY4" fmla="*/ 27803 h 114664"/>
                <a:gd name="connsiteX5" fmla="*/ 24949 w 102988"/>
                <a:gd name="connsiteY5" fmla="*/ 7405 h 114664"/>
                <a:gd name="connsiteX6" fmla="*/ 54768 w 102988"/>
                <a:gd name="connsiteY6" fmla="*/ 0 h 114664"/>
                <a:gd name="connsiteX7" fmla="*/ 77720 w 102988"/>
                <a:gd name="connsiteY7" fmla="*/ 4451 h 114664"/>
                <a:gd name="connsiteX8" fmla="*/ 94007 w 102988"/>
                <a:gd name="connsiteY8" fmla="*/ 17464 h 114664"/>
                <a:gd name="connsiteX9" fmla="*/ 101931 w 102988"/>
                <a:gd name="connsiteY9" fmla="*/ 38720 h 114664"/>
                <a:gd name="connsiteX10" fmla="*/ 76543 w 102988"/>
                <a:gd name="connsiteY10" fmla="*/ 38720 h 114664"/>
                <a:gd name="connsiteX11" fmla="*/ 68180 w 102988"/>
                <a:gd name="connsiteY11" fmla="*/ 26985 h 114664"/>
                <a:gd name="connsiteX12" fmla="*/ 54328 w 102988"/>
                <a:gd name="connsiteY12" fmla="*/ 23292 h 114664"/>
                <a:gd name="connsiteX13" fmla="*/ 37303 w 102988"/>
                <a:gd name="connsiteY13" fmla="*/ 28482 h 114664"/>
                <a:gd name="connsiteX14" fmla="*/ 28322 w 102988"/>
                <a:gd name="connsiteY14" fmla="*/ 41495 h 114664"/>
                <a:gd name="connsiteX15" fmla="*/ 25568 w 102988"/>
                <a:gd name="connsiteY15" fmla="*/ 57781 h 114664"/>
                <a:gd name="connsiteX16" fmla="*/ 28521 w 102988"/>
                <a:gd name="connsiteY16" fmla="*/ 74387 h 114664"/>
                <a:gd name="connsiteX17" fmla="*/ 37722 w 102988"/>
                <a:gd name="connsiteY17" fmla="*/ 86762 h 114664"/>
                <a:gd name="connsiteX18" fmla="*/ 53909 w 102988"/>
                <a:gd name="connsiteY18" fmla="*/ 91412 h 114664"/>
                <a:gd name="connsiteX19" fmla="*/ 68400 w 102988"/>
                <a:gd name="connsiteY19" fmla="*/ 87820 h 114664"/>
                <a:gd name="connsiteX20" fmla="*/ 76762 w 102988"/>
                <a:gd name="connsiteY20" fmla="*/ 76184 h 114664"/>
                <a:gd name="connsiteX21" fmla="*/ 102989 w 102988"/>
                <a:gd name="connsiteY21" fmla="*/ 76184 h 114664"/>
                <a:gd name="connsiteX22" fmla="*/ 94426 w 102988"/>
                <a:gd name="connsiteY22" fmla="*/ 97640 h 114664"/>
                <a:gd name="connsiteX23" fmla="*/ 76563 w 102988"/>
                <a:gd name="connsiteY23" fmla="*/ 110433 h 114664"/>
                <a:gd name="connsiteX24" fmla="*/ 53291 w 102988"/>
                <a:gd name="connsiteY24" fmla="*/ 114665 h 11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988" h="114664">
                  <a:moveTo>
                    <a:pt x="53291" y="114605"/>
                  </a:moveTo>
                  <a:cubicBezTo>
                    <a:pt x="41734" y="114605"/>
                    <a:pt x="31994" y="112250"/>
                    <a:pt x="24110" y="107519"/>
                  </a:cubicBezTo>
                  <a:cubicBezTo>
                    <a:pt x="16207" y="102789"/>
                    <a:pt x="10219" y="96143"/>
                    <a:pt x="6127" y="87540"/>
                  </a:cubicBezTo>
                  <a:cubicBezTo>
                    <a:pt x="2036" y="78938"/>
                    <a:pt x="0" y="68998"/>
                    <a:pt x="0" y="57721"/>
                  </a:cubicBezTo>
                  <a:cubicBezTo>
                    <a:pt x="0" y="46445"/>
                    <a:pt x="2116" y="36465"/>
                    <a:pt x="6347" y="27803"/>
                  </a:cubicBezTo>
                  <a:cubicBezTo>
                    <a:pt x="10578" y="19141"/>
                    <a:pt x="16785" y="12335"/>
                    <a:pt x="24949" y="7405"/>
                  </a:cubicBezTo>
                  <a:cubicBezTo>
                    <a:pt x="33132" y="2475"/>
                    <a:pt x="43071" y="0"/>
                    <a:pt x="54768" y="0"/>
                  </a:cubicBezTo>
                  <a:cubicBezTo>
                    <a:pt x="63370" y="0"/>
                    <a:pt x="71014" y="1477"/>
                    <a:pt x="77720" y="4451"/>
                  </a:cubicBezTo>
                  <a:cubicBezTo>
                    <a:pt x="84407" y="7405"/>
                    <a:pt x="89855" y="11756"/>
                    <a:pt x="94007" y="17464"/>
                  </a:cubicBezTo>
                  <a:cubicBezTo>
                    <a:pt x="98158" y="23172"/>
                    <a:pt x="100813" y="30258"/>
                    <a:pt x="101931" y="38720"/>
                  </a:cubicBezTo>
                  <a:lnTo>
                    <a:pt x="76543" y="38720"/>
                  </a:lnTo>
                  <a:cubicBezTo>
                    <a:pt x="74846" y="33371"/>
                    <a:pt x="72072" y="29460"/>
                    <a:pt x="68180" y="26985"/>
                  </a:cubicBezTo>
                  <a:cubicBezTo>
                    <a:pt x="64308" y="24530"/>
                    <a:pt x="59677" y="23292"/>
                    <a:pt x="54328" y="23292"/>
                  </a:cubicBezTo>
                  <a:cubicBezTo>
                    <a:pt x="47143" y="23292"/>
                    <a:pt x="41455" y="25029"/>
                    <a:pt x="37303" y="28482"/>
                  </a:cubicBezTo>
                  <a:cubicBezTo>
                    <a:pt x="33152" y="31934"/>
                    <a:pt x="30138" y="36266"/>
                    <a:pt x="28322" y="41495"/>
                  </a:cubicBezTo>
                  <a:cubicBezTo>
                    <a:pt x="26486" y="46704"/>
                    <a:pt x="25568" y="52133"/>
                    <a:pt x="25568" y="57781"/>
                  </a:cubicBezTo>
                  <a:cubicBezTo>
                    <a:pt x="25568" y="63709"/>
                    <a:pt x="26545" y="69238"/>
                    <a:pt x="28521" y="74387"/>
                  </a:cubicBezTo>
                  <a:cubicBezTo>
                    <a:pt x="30497" y="79537"/>
                    <a:pt x="33551" y="83668"/>
                    <a:pt x="37722" y="86762"/>
                  </a:cubicBezTo>
                  <a:cubicBezTo>
                    <a:pt x="41874" y="89856"/>
                    <a:pt x="47263" y="91412"/>
                    <a:pt x="53909" y="91412"/>
                  </a:cubicBezTo>
                  <a:cubicBezTo>
                    <a:pt x="59258" y="91412"/>
                    <a:pt x="64088" y="90215"/>
                    <a:pt x="68400" y="87820"/>
                  </a:cubicBezTo>
                  <a:cubicBezTo>
                    <a:pt x="72691" y="85425"/>
                    <a:pt x="75485" y="81553"/>
                    <a:pt x="76762" y="76184"/>
                  </a:cubicBezTo>
                  <a:lnTo>
                    <a:pt x="102989" y="76184"/>
                  </a:lnTo>
                  <a:cubicBezTo>
                    <a:pt x="101991" y="84786"/>
                    <a:pt x="99136" y="91931"/>
                    <a:pt x="94426" y="97640"/>
                  </a:cubicBezTo>
                  <a:cubicBezTo>
                    <a:pt x="89696" y="103348"/>
                    <a:pt x="83748" y="107619"/>
                    <a:pt x="76563" y="110433"/>
                  </a:cubicBezTo>
                  <a:cubicBezTo>
                    <a:pt x="69378" y="113248"/>
                    <a:pt x="61614" y="114665"/>
                    <a:pt x="53291" y="11466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281CC25-7D42-EB3C-8556-4A500F154B43}"/>
                </a:ext>
              </a:extLst>
            </p:cNvPr>
            <p:cNvSpPr/>
            <p:nvPr/>
          </p:nvSpPr>
          <p:spPr>
            <a:xfrm>
              <a:off x="9485302" y="2868549"/>
              <a:ext cx="109774" cy="114624"/>
            </a:xfrm>
            <a:custGeom>
              <a:avLst/>
              <a:gdLst>
                <a:gd name="connsiteX0" fmla="*/ 55207 w 109774"/>
                <a:gd name="connsiteY0" fmla="*/ 114625 h 114624"/>
                <a:gd name="connsiteX1" fmla="*/ 25707 w 109774"/>
                <a:gd name="connsiteY1" fmla="*/ 107639 h 114624"/>
                <a:gd name="connsiteX2" fmla="*/ 6666 w 109774"/>
                <a:gd name="connsiteY2" fmla="*/ 87760 h 114624"/>
                <a:gd name="connsiteX3" fmla="*/ 0 w 109774"/>
                <a:gd name="connsiteY3" fmla="*/ 57522 h 114624"/>
                <a:gd name="connsiteX4" fmla="*/ 6766 w 109774"/>
                <a:gd name="connsiteY4" fmla="*/ 27164 h 114624"/>
                <a:gd name="connsiteX5" fmla="*/ 25807 w 109774"/>
                <a:gd name="connsiteY5" fmla="*/ 7185 h 114624"/>
                <a:gd name="connsiteX6" fmla="*/ 55207 w 109774"/>
                <a:gd name="connsiteY6" fmla="*/ 0 h 114624"/>
                <a:gd name="connsiteX7" fmla="*/ 84387 w 109774"/>
                <a:gd name="connsiteY7" fmla="*/ 7185 h 114624"/>
                <a:gd name="connsiteX8" fmla="*/ 103208 w 109774"/>
                <a:gd name="connsiteY8" fmla="*/ 27384 h 114624"/>
                <a:gd name="connsiteX9" fmla="*/ 109775 w 109774"/>
                <a:gd name="connsiteY9" fmla="*/ 57941 h 114624"/>
                <a:gd name="connsiteX10" fmla="*/ 103328 w 109774"/>
                <a:gd name="connsiteY10" fmla="*/ 87860 h 114624"/>
                <a:gd name="connsiteX11" fmla="*/ 84606 w 109774"/>
                <a:gd name="connsiteY11" fmla="*/ 107639 h 114624"/>
                <a:gd name="connsiteX12" fmla="*/ 55207 w 109774"/>
                <a:gd name="connsiteY12" fmla="*/ 114625 h 114624"/>
                <a:gd name="connsiteX13" fmla="*/ 54987 w 109774"/>
                <a:gd name="connsiteY13" fmla="*/ 91153 h 114624"/>
                <a:gd name="connsiteX14" fmla="*/ 72012 w 109774"/>
                <a:gd name="connsiteY14" fmla="*/ 86502 h 114624"/>
                <a:gd name="connsiteX15" fmla="*/ 81413 w 109774"/>
                <a:gd name="connsiteY15" fmla="*/ 74228 h 114624"/>
                <a:gd name="connsiteX16" fmla="*/ 84367 w 109774"/>
                <a:gd name="connsiteY16" fmla="*/ 57741 h 114624"/>
                <a:gd name="connsiteX17" fmla="*/ 81413 w 109774"/>
                <a:gd name="connsiteY17" fmla="*/ 41036 h 114624"/>
                <a:gd name="connsiteX18" fmla="*/ 72012 w 109774"/>
                <a:gd name="connsiteY18" fmla="*/ 28462 h 114624"/>
                <a:gd name="connsiteX19" fmla="*/ 54987 w 109774"/>
                <a:gd name="connsiteY19" fmla="*/ 23711 h 114624"/>
                <a:gd name="connsiteX20" fmla="*/ 37862 w 109774"/>
                <a:gd name="connsiteY20" fmla="*/ 28462 h 114624"/>
                <a:gd name="connsiteX21" fmla="*/ 28342 w 109774"/>
                <a:gd name="connsiteY21" fmla="*/ 40936 h 114624"/>
                <a:gd name="connsiteX22" fmla="*/ 25388 w 109774"/>
                <a:gd name="connsiteY22" fmla="*/ 57741 h 114624"/>
                <a:gd name="connsiteX23" fmla="*/ 28461 w 109774"/>
                <a:gd name="connsiteY23" fmla="*/ 74347 h 114624"/>
                <a:gd name="connsiteX24" fmla="*/ 37982 w 109774"/>
                <a:gd name="connsiteY24" fmla="*/ 86622 h 114624"/>
                <a:gd name="connsiteX25" fmla="*/ 55007 w 109774"/>
                <a:gd name="connsiteY25" fmla="*/ 91173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774" h="114624">
                  <a:moveTo>
                    <a:pt x="55207" y="114625"/>
                  </a:moveTo>
                  <a:cubicBezTo>
                    <a:pt x="43790" y="114625"/>
                    <a:pt x="33950" y="112289"/>
                    <a:pt x="25707" y="107639"/>
                  </a:cubicBezTo>
                  <a:cubicBezTo>
                    <a:pt x="17464" y="102989"/>
                    <a:pt x="11117" y="96362"/>
                    <a:pt x="6666" y="87760"/>
                  </a:cubicBezTo>
                  <a:cubicBezTo>
                    <a:pt x="2215" y="79157"/>
                    <a:pt x="0" y="69078"/>
                    <a:pt x="0" y="57522"/>
                  </a:cubicBezTo>
                  <a:cubicBezTo>
                    <a:pt x="0" y="45966"/>
                    <a:pt x="2255" y="35707"/>
                    <a:pt x="6766" y="27164"/>
                  </a:cubicBezTo>
                  <a:cubicBezTo>
                    <a:pt x="11277" y="18642"/>
                    <a:pt x="17624" y="11975"/>
                    <a:pt x="25807" y="7185"/>
                  </a:cubicBezTo>
                  <a:cubicBezTo>
                    <a:pt x="33990" y="2395"/>
                    <a:pt x="43790" y="0"/>
                    <a:pt x="55207" y="0"/>
                  </a:cubicBezTo>
                  <a:cubicBezTo>
                    <a:pt x="66623" y="0"/>
                    <a:pt x="76223" y="2395"/>
                    <a:pt x="84387" y="7185"/>
                  </a:cubicBezTo>
                  <a:cubicBezTo>
                    <a:pt x="92570" y="11975"/>
                    <a:pt x="98837" y="18722"/>
                    <a:pt x="103208" y="27384"/>
                  </a:cubicBezTo>
                  <a:cubicBezTo>
                    <a:pt x="107579" y="36046"/>
                    <a:pt x="109775" y="46245"/>
                    <a:pt x="109775" y="57941"/>
                  </a:cubicBezTo>
                  <a:cubicBezTo>
                    <a:pt x="109775" y="69637"/>
                    <a:pt x="107619" y="79337"/>
                    <a:pt x="103328" y="87860"/>
                  </a:cubicBezTo>
                  <a:cubicBezTo>
                    <a:pt x="99017" y="96382"/>
                    <a:pt x="92789" y="102989"/>
                    <a:pt x="84606" y="107639"/>
                  </a:cubicBezTo>
                  <a:cubicBezTo>
                    <a:pt x="76423" y="112289"/>
                    <a:pt x="66623" y="114625"/>
                    <a:pt x="55207" y="114625"/>
                  </a:cubicBezTo>
                  <a:close/>
                  <a:moveTo>
                    <a:pt x="54987" y="91153"/>
                  </a:moveTo>
                  <a:cubicBezTo>
                    <a:pt x="62033" y="91153"/>
                    <a:pt x="67701" y="89596"/>
                    <a:pt x="72012" y="86502"/>
                  </a:cubicBezTo>
                  <a:cubicBezTo>
                    <a:pt x="76303" y="83409"/>
                    <a:pt x="79437" y="79317"/>
                    <a:pt x="81413" y="74228"/>
                  </a:cubicBezTo>
                  <a:cubicBezTo>
                    <a:pt x="83389" y="69158"/>
                    <a:pt x="84367" y="63649"/>
                    <a:pt x="84367" y="57741"/>
                  </a:cubicBezTo>
                  <a:cubicBezTo>
                    <a:pt x="84367" y="51834"/>
                    <a:pt x="83369" y="46245"/>
                    <a:pt x="81413" y="41036"/>
                  </a:cubicBezTo>
                  <a:cubicBezTo>
                    <a:pt x="79437" y="35826"/>
                    <a:pt x="76303" y="31615"/>
                    <a:pt x="72012" y="28462"/>
                  </a:cubicBezTo>
                  <a:cubicBezTo>
                    <a:pt x="67701" y="25288"/>
                    <a:pt x="62033" y="23711"/>
                    <a:pt x="54987" y="23711"/>
                  </a:cubicBezTo>
                  <a:cubicBezTo>
                    <a:pt x="47941" y="23711"/>
                    <a:pt x="42233" y="25288"/>
                    <a:pt x="37862" y="28462"/>
                  </a:cubicBezTo>
                  <a:cubicBezTo>
                    <a:pt x="33491" y="31635"/>
                    <a:pt x="30318" y="35787"/>
                    <a:pt x="28342" y="40936"/>
                  </a:cubicBezTo>
                  <a:cubicBezTo>
                    <a:pt x="26366" y="46085"/>
                    <a:pt x="25388" y="51694"/>
                    <a:pt x="25388" y="57741"/>
                  </a:cubicBezTo>
                  <a:cubicBezTo>
                    <a:pt x="25388" y="63789"/>
                    <a:pt x="26406" y="69198"/>
                    <a:pt x="28461" y="74347"/>
                  </a:cubicBezTo>
                  <a:cubicBezTo>
                    <a:pt x="30497" y="79497"/>
                    <a:pt x="33671" y="83588"/>
                    <a:pt x="37982" y="86622"/>
                  </a:cubicBezTo>
                  <a:cubicBezTo>
                    <a:pt x="42273" y="89656"/>
                    <a:pt x="47961" y="91173"/>
                    <a:pt x="55007" y="91173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DDCDF0A-C535-A24E-AFB8-57D93465A5F2}"/>
                </a:ext>
              </a:extLst>
            </p:cNvPr>
            <p:cNvSpPr/>
            <p:nvPr/>
          </p:nvSpPr>
          <p:spPr>
            <a:xfrm>
              <a:off x="9608569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1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1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1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1" y="1677"/>
                  </a:lnTo>
                  <a:lnTo>
                    <a:pt x="25587" y="15847"/>
                  </a:lnTo>
                  <a:cubicBezTo>
                    <a:pt x="28542" y="11896"/>
                    <a:pt x="31994" y="8802"/>
                    <a:pt x="35946" y="6547"/>
                  </a:cubicBezTo>
                  <a:cubicBezTo>
                    <a:pt x="39898" y="4291"/>
                    <a:pt x="44050" y="2635"/>
                    <a:pt x="48421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7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8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90" y="31336"/>
                    <a:pt x="31116" y="35667"/>
                    <a:pt x="29001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A8A8C94-5AC8-ED44-B62B-0C1EDF41656A}"/>
                </a:ext>
              </a:extLst>
            </p:cNvPr>
            <p:cNvSpPr/>
            <p:nvPr/>
          </p:nvSpPr>
          <p:spPr>
            <a:xfrm>
              <a:off x="9728842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1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1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1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1" y="1677"/>
                  </a:lnTo>
                  <a:lnTo>
                    <a:pt x="25587" y="15847"/>
                  </a:lnTo>
                  <a:cubicBezTo>
                    <a:pt x="28541" y="11896"/>
                    <a:pt x="31994" y="8802"/>
                    <a:pt x="35946" y="6547"/>
                  </a:cubicBezTo>
                  <a:cubicBezTo>
                    <a:pt x="39898" y="4291"/>
                    <a:pt x="44050" y="2635"/>
                    <a:pt x="48421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7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8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90" y="31336"/>
                    <a:pt x="31116" y="35667"/>
                    <a:pt x="29001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3CFE80A-30E8-2E0C-29EB-B4F2830BF2EF}"/>
                </a:ext>
              </a:extLst>
            </p:cNvPr>
            <p:cNvSpPr/>
            <p:nvPr/>
          </p:nvSpPr>
          <p:spPr>
            <a:xfrm>
              <a:off x="9843866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4F503C-9ADF-7621-77CF-37DF32A49F44}"/>
                </a:ext>
              </a:extLst>
            </p:cNvPr>
            <p:cNvSpPr/>
            <p:nvPr/>
          </p:nvSpPr>
          <p:spPr>
            <a:xfrm>
              <a:off x="9957453" y="2868569"/>
              <a:ext cx="102988" cy="114664"/>
            </a:xfrm>
            <a:custGeom>
              <a:avLst/>
              <a:gdLst>
                <a:gd name="connsiteX0" fmla="*/ 53291 w 102988"/>
                <a:gd name="connsiteY0" fmla="*/ 114605 h 114664"/>
                <a:gd name="connsiteX1" fmla="*/ 24110 w 102988"/>
                <a:gd name="connsiteY1" fmla="*/ 107519 h 114664"/>
                <a:gd name="connsiteX2" fmla="*/ 6127 w 102988"/>
                <a:gd name="connsiteY2" fmla="*/ 87540 h 114664"/>
                <a:gd name="connsiteX3" fmla="*/ 0 w 102988"/>
                <a:gd name="connsiteY3" fmla="*/ 57721 h 114664"/>
                <a:gd name="connsiteX4" fmla="*/ 6347 w 102988"/>
                <a:gd name="connsiteY4" fmla="*/ 27803 h 114664"/>
                <a:gd name="connsiteX5" fmla="*/ 24949 w 102988"/>
                <a:gd name="connsiteY5" fmla="*/ 7405 h 114664"/>
                <a:gd name="connsiteX6" fmla="*/ 54768 w 102988"/>
                <a:gd name="connsiteY6" fmla="*/ 0 h 114664"/>
                <a:gd name="connsiteX7" fmla="*/ 77720 w 102988"/>
                <a:gd name="connsiteY7" fmla="*/ 4451 h 114664"/>
                <a:gd name="connsiteX8" fmla="*/ 94007 w 102988"/>
                <a:gd name="connsiteY8" fmla="*/ 17464 h 114664"/>
                <a:gd name="connsiteX9" fmla="*/ 101931 w 102988"/>
                <a:gd name="connsiteY9" fmla="*/ 38720 h 114664"/>
                <a:gd name="connsiteX10" fmla="*/ 76543 w 102988"/>
                <a:gd name="connsiteY10" fmla="*/ 38720 h 114664"/>
                <a:gd name="connsiteX11" fmla="*/ 68180 w 102988"/>
                <a:gd name="connsiteY11" fmla="*/ 26985 h 114664"/>
                <a:gd name="connsiteX12" fmla="*/ 54328 w 102988"/>
                <a:gd name="connsiteY12" fmla="*/ 23292 h 114664"/>
                <a:gd name="connsiteX13" fmla="*/ 37303 w 102988"/>
                <a:gd name="connsiteY13" fmla="*/ 28482 h 114664"/>
                <a:gd name="connsiteX14" fmla="*/ 28322 w 102988"/>
                <a:gd name="connsiteY14" fmla="*/ 41495 h 114664"/>
                <a:gd name="connsiteX15" fmla="*/ 25568 w 102988"/>
                <a:gd name="connsiteY15" fmla="*/ 57781 h 114664"/>
                <a:gd name="connsiteX16" fmla="*/ 28521 w 102988"/>
                <a:gd name="connsiteY16" fmla="*/ 74387 h 114664"/>
                <a:gd name="connsiteX17" fmla="*/ 37722 w 102988"/>
                <a:gd name="connsiteY17" fmla="*/ 86762 h 114664"/>
                <a:gd name="connsiteX18" fmla="*/ 53909 w 102988"/>
                <a:gd name="connsiteY18" fmla="*/ 91412 h 114664"/>
                <a:gd name="connsiteX19" fmla="*/ 68400 w 102988"/>
                <a:gd name="connsiteY19" fmla="*/ 87820 h 114664"/>
                <a:gd name="connsiteX20" fmla="*/ 76762 w 102988"/>
                <a:gd name="connsiteY20" fmla="*/ 76184 h 114664"/>
                <a:gd name="connsiteX21" fmla="*/ 102989 w 102988"/>
                <a:gd name="connsiteY21" fmla="*/ 76184 h 114664"/>
                <a:gd name="connsiteX22" fmla="*/ 94426 w 102988"/>
                <a:gd name="connsiteY22" fmla="*/ 97640 h 114664"/>
                <a:gd name="connsiteX23" fmla="*/ 76563 w 102988"/>
                <a:gd name="connsiteY23" fmla="*/ 110433 h 114664"/>
                <a:gd name="connsiteX24" fmla="*/ 53291 w 102988"/>
                <a:gd name="connsiteY24" fmla="*/ 114665 h 11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988" h="114664">
                  <a:moveTo>
                    <a:pt x="53291" y="114605"/>
                  </a:moveTo>
                  <a:cubicBezTo>
                    <a:pt x="41734" y="114605"/>
                    <a:pt x="31994" y="112250"/>
                    <a:pt x="24110" y="107519"/>
                  </a:cubicBezTo>
                  <a:cubicBezTo>
                    <a:pt x="16207" y="102789"/>
                    <a:pt x="10219" y="96143"/>
                    <a:pt x="6127" y="87540"/>
                  </a:cubicBezTo>
                  <a:cubicBezTo>
                    <a:pt x="2036" y="78938"/>
                    <a:pt x="0" y="68998"/>
                    <a:pt x="0" y="57721"/>
                  </a:cubicBezTo>
                  <a:cubicBezTo>
                    <a:pt x="0" y="46445"/>
                    <a:pt x="2116" y="36465"/>
                    <a:pt x="6347" y="27803"/>
                  </a:cubicBezTo>
                  <a:cubicBezTo>
                    <a:pt x="10578" y="19141"/>
                    <a:pt x="16785" y="12335"/>
                    <a:pt x="24949" y="7405"/>
                  </a:cubicBezTo>
                  <a:cubicBezTo>
                    <a:pt x="33132" y="2475"/>
                    <a:pt x="43071" y="0"/>
                    <a:pt x="54768" y="0"/>
                  </a:cubicBezTo>
                  <a:cubicBezTo>
                    <a:pt x="63370" y="0"/>
                    <a:pt x="71014" y="1477"/>
                    <a:pt x="77720" y="4451"/>
                  </a:cubicBezTo>
                  <a:cubicBezTo>
                    <a:pt x="84407" y="7405"/>
                    <a:pt x="89855" y="11756"/>
                    <a:pt x="94007" y="17464"/>
                  </a:cubicBezTo>
                  <a:cubicBezTo>
                    <a:pt x="98158" y="23172"/>
                    <a:pt x="100813" y="30258"/>
                    <a:pt x="101931" y="38720"/>
                  </a:cubicBezTo>
                  <a:lnTo>
                    <a:pt x="76543" y="38720"/>
                  </a:lnTo>
                  <a:cubicBezTo>
                    <a:pt x="74846" y="33371"/>
                    <a:pt x="72072" y="29460"/>
                    <a:pt x="68180" y="26985"/>
                  </a:cubicBezTo>
                  <a:cubicBezTo>
                    <a:pt x="64308" y="24530"/>
                    <a:pt x="59677" y="23292"/>
                    <a:pt x="54328" y="23292"/>
                  </a:cubicBezTo>
                  <a:cubicBezTo>
                    <a:pt x="47143" y="23292"/>
                    <a:pt x="41455" y="25029"/>
                    <a:pt x="37303" y="28482"/>
                  </a:cubicBezTo>
                  <a:cubicBezTo>
                    <a:pt x="33152" y="31934"/>
                    <a:pt x="30138" y="36266"/>
                    <a:pt x="28322" y="41495"/>
                  </a:cubicBezTo>
                  <a:cubicBezTo>
                    <a:pt x="26486" y="46704"/>
                    <a:pt x="25568" y="52133"/>
                    <a:pt x="25568" y="57781"/>
                  </a:cubicBezTo>
                  <a:cubicBezTo>
                    <a:pt x="25568" y="63709"/>
                    <a:pt x="26545" y="69238"/>
                    <a:pt x="28521" y="74387"/>
                  </a:cubicBezTo>
                  <a:cubicBezTo>
                    <a:pt x="30497" y="79537"/>
                    <a:pt x="33551" y="83668"/>
                    <a:pt x="37722" y="86762"/>
                  </a:cubicBezTo>
                  <a:cubicBezTo>
                    <a:pt x="41874" y="89856"/>
                    <a:pt x="47263" y="91412"/>
                    <a:pt x="53909" y="91412"/>
                  </a:cubicBezTo>
                  <a:cubicBezTo>
                    <a:pt x="59258" y="91412"/>
                    <a:pt x="64088" y="90215"/>
                    <a:pt x="68400" y="87820"/>
                  </a:cubicBezTo>
                  <a:cubicBezTo>
                    <a:pt x="72691" y="85425"/>
                    <a:pt x="75485" y="81553"/>
                    <a:pt x="76762" y="76184"/>
                  </a:cubicBezTo>
                  <a:lnTo>
                    <a:pt x="102989" y="76184"/>
                  </a:lnTo>
                  <a:cubicBezTo>
                    <a:pt x="101991" y="84786"/>
                    <a:pt x="99136" y="91931"/>
                    <a:pt x="94426" y="97640"/>
                  </a:cubicBezTo>
                  <a:cubicBezTo>
                    <a:pt x="89696" y="103348"/>
                    <a:pt x="83748" y="107619"/>
                    <a:pt x="76563" y="110433"/>
                  </a:cubicBezTo>
                  <a:cubicBezTo>
                    <a:pt x="69377" y="113248"/>
                    <a:pt x="61614" y="114665"/>
                    <a:pt x="53291" y="11466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856627C-55F4-312D-CF52-5020CA0E621A}"/>
                </a:ext>
              </a:extLst>
            </p:cNvPr>
            <p:cNvSpPr/>
            <p:nvPr/>
          </p:nvSpPr>
          <p:spPr>
            <a:xfrm>
              <a:off x="10064912" y="2838950"/>
              <a:ext cx="81412" cy="144024"/>
            </a:xfrm>
            <a:custGeom>
              <a:avLst/>
              <a:gdLst>
                <a:gd name="connsiteX0" fmla="*/ 52452 w 81412"/>
                <a:gd name="connsiteY0" fmla="*/ 144024 h 144024"/>
                <a:gd name="connsiteX1" fmla="*/ 25587 w 81412"/>
                <a:gd name="connsiteY1" fmla="*/ 133865 h 144024"/>
                <a:gd name="connsiteX2" fmla="*/ 17125 w 81412"/>
                <a:gd name="connsiteY2" fmla="*/ 105743 h 144024"/>
                <a:gd name="connsiteX3" fmla="*/ 17125 w 81412"/>
                <a:gd name="connsiteY3" fmla="*/ 54129 h 144024"/>
                <a:gd name="connsiteX4" fmla="*/ 0 w 81412"/>
                <a:gd name="connsiteY4" fmla="*/ 54129 h 144024"/>
                <a:gd name="connsiteX5" fmla="*/ 0 w 81412"/>
                <a:gd name="connsiteY5" fmla="*/ 31296 h 144024"/>
                <a:gd name="connsiteX6" fmla="*/ 17125 w 81412"/>
                <a:gd name="connsiteY6" fmla="*/ 31296 h 144024"/>
                <a:gd name="connsiteX7" fmla="*/ 17125 w 81412"/>
                <a:gd name="connsiteY7" fmla="*/ 0 h 144024"/>
                <a:gd name="connsiteX8" fmla="*/ 42932 w 81412"/>
                <a:gd name="connsiteY8" fmla="*/ 0 h 144024"/>
                <a:gd name="connsiteX9" fmla="*/ 42932 w 81412"/>
                <a:gd name="connsiteY9" fmla="*/ 31296 h 144024"/>
                <a:gd name="connsiteX10" fmla="*/ 76762 w 81412"/>
                <a:gd name="connsiteY10" fmla="*/ 31296 h 144024"/>
                <a:gd name="connsiteX11" fmla="*/ 76762 w 81412"/>
                <a:gd name="connsiteY11" fmla="*/ 54129 h 144024"/>
                <a:gd name="connsiteX12" fmla="*/ 42932 w 81412"/>
                <a:gd name="connsiteY12" fmla="*/ 54129 h 144024"/>
                <a:gd name="connsiteX13" fmla="*/ 42932 w 81412"/>
                <a:gd name="connsiteY13" fmla="*/ 100873 h 144024"/>
                <a:gd name="connsiteX14" fmla="*/ 44209 w 81412"/>
                <a:gd name="connsiteY14" fmla="*/ 110813 h 144024"/>
                <a:gd name="connsiteX15" fmla="*/ 48860 w 81412"/>
                <a:gd name="connsiteY15" fmla="*/ 117798 h 144024"/>
                <a:gd name="connsiteX16" fmla="*/ 58161 w 81412"/>
                <a:gd name="connsiteY16" fmla="*/ 120552 h 144024"/>
                <a:gd name="connsiteX17" fmla="*/ 66823 w 81412"/>
                <a:gd name="connsiteY17" fmla="*/ 118856 h 144024"/>
                <a:gd name="connsiteX18" fmla="*/ 72751 w 81412"/>
                <a:gd name="connsiteY18" fmla="*/ 115044 h 144024"/>
                <a:gd name="connsiteX19" fmla="*/ 81413 w 81412"/>
                <a:gd name="connsiteY19" fmla="*/ 134703 h 144024"/>
                <a:gd name="connsiteX20" fmla="*/ 72431 w 81412"/>
                <a:gd name="connsiteY20" fmla="*/ 140192 h 144024"/>
                <a:gd name="connsiteX21" fmla="*/ 62392 w 81412"/>
                <a:gd name="connsiteY21" fmla="*/ 143146 h 144024"/>
                <a:gd name="connsiteX22" fmla="*/ 52452 w 81412"/>
                <a:gd name="connsiteY22" fmla="*/ 143984 h 144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1412" h="144024">
                  <a:moveTo>
                    <a:pt x="52452" y="144024"/>
                  </a:moveTo>
                  <a:cubicBezTo>
                    <a:pt x="40178" y="144024"/>
                    <a:pt x="31236" y="140631"/>
                    <a:pt x="25587" y="133865"/>
                  </a:cubicBezTo>
                  <a:cubicBezTo>
                    <a:pt x="19939" y="127099"/>
                    <a:pt x="17125" y="117718"/>
                    <a:pt x="17125" y="105743"/>
                  </a:cubicBezTo>
                  <a:lnTo>
                    <a:pt x="17125" y="54129"/>
                  </a:lnTo>
                  <a:lnTo>
                    <a:pt x="0" y="54129"/>
                  </a:lnTo>
                  <a:lnTo>
                    <a:pt x="0" y="31296"/>
                  </a:lnTo>
                  <a:lnTo>
                    <a:pt x="17125" y="31296"/>
                  </a:lnTo>
                  <a:lnTo>
                    <a:pt x="17125" y="0"/>
                  </a:lnTo>
                  <a:lnTo>
                    <a:pt x="42932" y="0"/>
                  </a:lnTo>
                  <a:lnTo>
                    <a:pt x="42932" y="31296"/>
                  </a:lnTo>
                  <a:lnTo>
                    <a:pt x="76762" y="31296"/>
                  </a:lnTo>
                  <a:lnTo>
                    <a:pt x="76762" y="54129"/>
                  </a:lnTo>
                  <a:lnTo>
                    <a:pt x="42932" y="54129"/>
                  </a:lnTo>
                  <a:lnTo>
                    <a:pt x="42932" y="100873"/>
                  </a:lnTo>
                  <a:cubicBezTo>
                    <a:pt x="42932" y="104545"/>
                    <a:pt x="43351" y="107859"/>
                    <a:pt x="44209" y="110813"/>
                  </a:cubicBezTo>
                  <a:cubicBezTo>
                    <a:pt x="45068" y="113766"/>
                    <a:pt x="46604" y="116102"/>
                    <a:pt x="48860" y="117798"/>
                  </a:cubicBezTo>
                  <a:cubicBezTo>
                    <a:pt x="51115" y="119495"/>
                    <a:pt x="54209" y="120413"/>
                    <a:pt x="58161" y="120552"/>
                  </a:cubicBezTo>
                  <a:cubicBezTo>
                    <a:pt x="61554" y="120552"/>
                    <a:pt x="64428" y="119994"/>
                    <a:pt x="66823" y="118856"/>
                  </a:cubicBezTo>
                  <a:cubicBezTo>
                    <a:pt x="69218" y="117738"/>
                    <a:pt x="71194" y="116461"/>
                    <a:pt x="72751" y="115044"/>
                  </a:cubicBezTo>
                  <a:lnTo>
                    <a:pt x="81413" y="134703"/>
                  </a:lnTo>
                  <a:cubicBezTo>
                    <a:pt x="78738" y="136959"/>
                    <a:pt x="75745" y="138795"/>
                    <a:pt x="72431" y="140192"/>
                  </a:cubicBezTo>
                  <a:cubicBezTo>
                    <a:pt x="69118" y="141609"/>
                    <a:pt x="65765" y="142587"/>
                    <a:pt x="62392" y="143146"/>
                  </a:cubicBezTo>
                  <a:cubicBezTo>
                    <a:pt x="58999" y="143705"/>
                    <a:pt x="55686" y="143984"/>
                    <a:pt x="52452" y="143984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D4B1244-A1F8-2B67-0032-CC6BE67DF893}"/>
                </a:ext>
              </a:extLst>
            </p:cNvPr>
            <p:cNvSpPr/>
            <p:nvPr/>
          </p:nvSpPr>
          <p:spPr>
            <a:xfrm>
              <a:off x="10147582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2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4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2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9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7F552B7-B352-E286-0FA2-F9750FA044D8}"/>
                </a:ext>
              </a:extLst>
            </p:cNvPr>
            <p:cNvSpPr/>
            <p:nvPr/>
          </p:nvSpPr>
          <p:spPr>
            <a:xfrm>
              <a:off x="10261169" y="2832184"/>
              <a:ext cx="109954" cy="151009"/>
            </a:xfrm>
            <a:custGeom>
              <a:avLst/>
              <a:gdLst>
                <a:gd name="connsiteX0" fmla="*/ 49698 w 109954"/>
                <a:gd name="connsiteY0" fmla="*/ 150990 h 151009"/>
                <a:gd name="connsiteX1" fmla="*/ 21775 w 109954"/>
                <a:gd name="connsiteY1" fmla="*/ 143266 h 151009"/>
                <a:gd name="connsiteX2" fmla="*/ 5389 w 109954"/>
                <a:gd name="connsiteY2" fmla="*/ 122648 h 151009"/>
                <a:gd name="connsiteX3" fmla="*/ 0 w 109954"/>
                <a:gd name="connsiteY3" fmla="*/ 93887 h 151009"/>
                <a:gd name="connsiteX4" fmla="*/ 5708 w 109954"/>
                <a:gd name="connsiteY4" fmla="*/ 64388 h 151009"/>
                <a:gd name="connsiteX5" fmla="*/ 22833 w 109954"/>
                <a:gd name="connsiteY5" fmla="*/ 43870 h 151009"/>
                <a:gd name="connsiteX6" fmla="*/ 51375 w 109954"/>
                <a:gd name="connsiteY6" fmla="*/ 36365 h 151009"/>
                <a:gd name="connsiteX7" fmla="*/ 63749 w 109954"/>
                <a:gd name="connsiteY7" fmla="*/ 37743 h 151009"/>
                <a:gd name="connsiteX8" fmla="*/ 75166 w 109954"/>
                <a:gd name="connsiteY8" fmla="*/ 41974 h 151009"/>
                <a:gd name="connsiteX9" fmla="*/ 84147 w 109954"/>
                <a:gd name="connsiteY9" fmla="*/ 49478 h 151009"/>
                <a:gd name="connsiteX10" fmla="*/ 84147 w 109954"/>
                <a:gd name="connsiteY10" fmla="*/ 0 h 151009"/>
                <a:gd name="connsiteX11" fmla="*/ 109954 w 109954"/>
                <a:gd name="connsiteY11" fmla="*/ 0 h 151009"/>
                <a:gd name="connsiteX12" fmla="*/ 109954 w 109954"/>
                <a:gd name="connsiteY12" fmla="*/ 149533 h 151009"/>
                <a:gd name="connsiteX13" fmla="*/ 85005 w 109954"/>
                <a:gd name="connsiteY13" fmla="*/ 149533 h 151009"/>
                <a:gd name="connsiteX14" fmla="*/ 84586 w 109954"/>
                <a:gd name="connsiteY14" fmla="*/ 135582 h 151009"/>
                <a:gd name="connsiteX15" fmla="*/ 75166 w 109954"/>
                <a:gd name="connsiteY15" fmla="*/ 144244 h 151009"/>
                <a:gd name="connsiteX16" fmla="*/ 63210 w 109954"/>
                <a:gd name="connsiteY16" fmla="*/ 149313 h 151009"/>
                <a:gd name="connsiteX17" fmla="*/ 49678 w 109954"/>
                <a:gd name="connsiteY17" fmla="*/ 151010 h 151009"/>
                <a:gd name="connsiteX18" fmla="*/ 54548 w 109954"/>
                <a:gd name="connsiteY18" fmla="*/ 127738 h 151009"/>
                <a:gd name="connsiteX19" fmla="*/ 71254 w 109954"/>
                <a:gd name="connsiteY19" fmla="*/ 122987 h 151009"/>
                <a:gd name="connsiteX20" fmla="*/ 81094 w 109954"/>
                <a:gd name="connsiteY20" fmla="*/ 110294 h 151009"/>
                <a:gd name="connsiteX21" fmla="*/ 84367 w 109954"/>
                <a:gd name="connsiteY21" fmla="*/ 93488 h 151009"/>
                <a:gd name="connsiteX22" fmla="*/ 81094 w 109954"/>
                <a:gd name="connsiteY22" fmla="*/ 76563 h 151009"/>
                <a:gd name="connsiteX23" fmla="*/ 71254 w 109954"/>
                <a:gd name="connsiteY23" fmla="*/ 64288 h 151009"/>
                <a:gd name="connsiteX24" fmla="*/ 54548 w 109954"/>
                <a:gd name="connsiteY24" fmla="*/ 59638 h 151009"/>
                <a:gd name="connsiteX25" fmla="*/ 37523 w 109954"/>
                <a:gd name="connsiteY25" fmla="*/ 64508 h 151009"/>
                <a:gd name="connsiteX26" fmla="*/ 28422 w 109954"/>
                <a:gd name="connsiteY26" fmla="*/ 77301 h 151009"/>
                <a:gd name="connsiteX27" fmla="*/ 25567 w 109954"/>
                <a:gd name="connsiteY27" fmla="*/ 94326 h 151009"/>
                <a:gd name="connsiteX28" fmla="*/ 27144 w 109954"/>
                <a:gd name="connsiteY28" fmla="*/ 107120 h 151009"/>
                <a:gd name="connsiteX29" fmla="*/ 32114 w 109954"/>
                <a:gd name="connsiteY29" fmla="*/ 117798 h 151009"/>
                <a:gd name="connsiteX30" fmla="*/ 40996 w 109954"/>
                <a:gd name="connsiteY30" fmla="*/ 125103 h 151009"/>
                <a:gd name="connsiteX31" fmla="*/ 54528 w 109954"/>
                <a:gd name="connsiteY31" fmla="*/ 127738 h 15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9954" h="151009">
                  <a:moveTo>
                    <a:pt x="49698" y="150990"/>
                  </a:moveTo>
                  <a:cubicBezTo>
                    <a:pt x="38421" y="150990"/>
                    <a:pt x="29120" y="148415"/>
                    <a:pt x="21775" y="143266"/>
                  </a:cubicBezTo>
                  <a:cubicBezTo>
                    <a:pt x="14450" y="138116"/>
                    <a:pt x="8982" y="131251"/>
                    <a:pt x="5389" y="122648"/>
                  </a:cubicBezTo>
                  <a:cubicBezTo>
                    <a:pt x="1796" y="114046"/>
                    <a:pt x="0" y="104466"/>
                    <a:pt x="0" y="93887"/>
                  </a:cubicBezTo>
                  <a:cubicBezTo>
                    <a:pt x="0" y="83309"/>
                    <a:pt x="1896" y="73050"/>
                    <a:pt x="5708" y="64388"/>
                  </a:cubicBezTo>
                  <a:cubicBezTo>
                    <a:pt x="9520" y="55726"/>
                    <a:pt x="15229" y="48880"/>
                    <a:pt x="22833" y="43870"/>
                  </a:cubicBezTo>
                  <a:cubicBezTo>
                    <a:pt x="30438" y="38860"/>
                    <a:pt x="39958" y="36365"/>
                    <a:pt x="51375" y="36365"/>
                  </a:cubicBezTo>
                  <a:cubicBezTo>
                    <a:pt x="55606" y="36365"/>
                    <a:pt x="59737" y="36824"/>
                    <a:pt x="63749" y="37743"/>
                  </a:cubicBezTo>
                  <a:cubicBezTo>
                    <a:pt x="67761" y="38661"/>
                    <a:pt x="71573" y="40078"/>
                    <a:pt x="75166" y="41974"/>
                  </a:cubicBezTo>
                  <a:cubicBezTo>
                    <a:pt x="78758" y="43870"/>
                    <a:pt x="81752" y="46385"/>
                    <a:pt x="84147" y="49478"/>
                  </a:cubicBezTo>
                  <a:lnTo>
                    <a:pt x="84147" y="0"/>
                  </a:lnTo>
                  <a:lnTo>
                    <a:pt x="109954" y="0"/>
                  </a:lnTo>
                  <a:lnTo>
                    <a:pt x="109954" y="149533"/>
                  </a:lnTo>
                  <a:lnTo>
                    <a:pt x="85005" y="149533"/>
                  </a:lnTo>
                  <a:lnTo>
                    <a:pt x="84586" y="135582"/>
                  </a:lnTo>
                  <a:cubicBezTo>
                    <a:pt x="81912" y="139114"/>
                    <a:pt x="78778" y="141988"/>
                    <a:pt x="75166" y="144244"/>
                  </a:cubicBezTo>
                  <a:cubicBezTo>
                    <a:pt x="71573" y="146499"/>
                    <a:pt x="67581" y="148196"/>
                    <a:pt x="63210" y="149313"/>
                  </a:cubicBezTo>
                  <a:cubicBezTo>
                    <a:pt x="58839" y="150451"/>
                    <a:pt x="54328" y="151010"/>
                    <a:pt x="49678" y="151010"/>
                  </a:cubicBezTo>
                  <a:close/>
                  <a:moveTo>
                    <a:pt x="54548" y="127738"/>
                  </a:moveTo>
                  <a:cubicBezTo>
                    <a:pt x="61314" y="127738"/>
                    <a:pt x="66883" y="126161"/>
                    <a:pt x="71254" y="122987"/>
                  </a:cubicBezTo>
                  <a:cubicBezTo>
                    <a:pt x="75625" y="119814"/>
                    <a:pt x="78898" y="115583"/>
                    <a:pt x="81094" y="110294"/>
                  </a:cubicBezTo>
                  <a:cubicBezTo>
                    <a:pt x="83269" y="105004"/>
                    <a:pt x="84367" y="99396"/>
                    <a:pt x="84367" y="93488"/>
                  </a:cubicBezTo>
                  <a:cubicBezTo>
                    <a:pt x="84367" y="87580"/>
                    <a:pt x="83269" y="81652"/>
                    <a:pt x="81094" y="76563"/>
                  </a:cubicBezTo>
                  <a:cubicBezTo>
                    <a:pt x="78898" y="71493"/>
                    <a:pt x="75625" y="67402"/>
                    <a:pt x="71254" y="64288"/>
                  </a:cubicBezTo>
                  <a:cubicBezTo>
                    <a:pt x="66883" y="61194"/>
                    <a:pt x="61314" y="59638"/>
                    <a:pt x="54548" y="59638"/>
                  </a:cubicBezTo>
                  <a:cubicBezTo>
                    <a:pt x="47363" y="59638"/>
                    <a:pt x="41674" y="61254"/>
                    <a:pt x="37523" y="64508"/>
                  </a:cubicBezTo>
                  <a:cubicBezTo>
                    <a:pt x="33371" y="67761"/>
                    <a:pt x="30338" y="72012"/>
                    <a:pt x="28422" y="77301"/>
                  </a:cubicBezTo>
                  <a:cubicBezTo>
                    <a:pt x="26526" y="82590"/>
                    <a:pt x="25567" y="88259"/>
                    <a:pt x="25567" y="94326"/>
                  </a:cubicBezTo>
                  <a:cubicBezTo>
                    <a:pt x="25567" y="98837"/>
                    <a:pt x="26086" y="103108"/>
                    <a:pt x="27144" y="107120"/>
                  </a:cubicBezTo>
                  <a:cubicBezTo>
                    <a:pt x="28202" y="111132"/>
                    <a:pt x="29859" y="114705"/>
                    <a:pt x="32114" y="117798"/>
                  </a:cubicBezTo>
                  <a:cubicBezTo>
                    <a:pt x="34369" y="120892"/>
                    <a:pt x="37323" y="123327"/>
                    <a:pt x="40996" y="125103"/>
                  </a:cubicBezTo>
                  <a:cubicBezTo>
                    <a:pt x="44668" y="126860"/>
                    <a:pt x="49179" y="127738"/>
                    <a:pt x="54528" y="127738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30CE7E3-07AE-2C77-3B0A-8B3DC8224FA6}"/>
                </a:ext>
              </a:extLst>
            </p:cNvPr>
            <p:cNvSpPr/>
            <p:nvPr/>
          </p:nvSpPr>
          <p:spPr>
            <a:xfrm>
              <a:off x="10386971" y="2951020"/>
              <a:ext cx="35726" cy="60914"/>
            </a:xfrm>
            <a:custGeom>
              <a:avLst/>
              <a:gdLst>
                <a:gd name="connsiteX0" fmla="*/ 7405 w 35726"/>
                <a:gd name="connsiteY0" fmla="*/ 60915 h 60914"/>
                <a:gd name="connsiteX1" fmla="*/ 0 w 35726"/>
                <a:gd name="connsiteY1" fmla="*/ 49698 h 60914"/>
                <a:gd name="connsiteX2" fmla="*/ 6546 w 35726"/>
                <a:gd name="connsiteY2" fmla="*/ 44948 h 60914"/>
                <a:gd name="connsiteX3" fmla="*/ 12794 w 35726"/>
                <a:gd name="connsiteY3" fmla="*/ 38182 h 60914"/>
                <a:gd name="connsiteX4" fmla="*/ 16706 w 35726"/>
                <a:gd name="connsiteY4" fmla="*/ 31515 h 60914"/>
                <a:gd name="connsiteX5" fmla="*/ 6227 w 35726"/>
                <a:gd name="connsiteY5" fmla="*/ 26965 h 60914"/>
                <a:gd name="connsiteX6" fmla="*/ 1896 w 35726"/>
                <a:gd name="connsiteY6" fmla="*/ 15867 h 60914"/>
                <a:gd name="connsiteX7" fmla="*/ 6966 w 35726"/>
                <a:gd name="connsiteY7" fmla="*/ 4231 h 60914"/>
                <a:gd name="connsiteX8" fmla="*/ 18382 w 35726"/>
                <a:gd name="connsiteY8" fmla="*/ 0 h 60914"/>
                <a:gd name="connsiteX9" fmla="*/ 31076 w 35726"/>
                <a:gd name="connsiteY9" fmla="*/ 6028 h 60914"/>
                <a:gd name="connsiteX10" fmla="*/ 35726 w 35726"/>
                <a:gd name="connsiteY10" fmla="*/ 21775 h 60914"/>
                <a:gd name="connsiteX11" fmla="*/ 31595 w 35726"/>
                <a:gd name="connsiteY11" fmla="*/ 38481 h 60914"/>
                <a:gd name="connsiteX12" fmla="*/ 21017 w 35726"/>
                <a:gd name="connsiteY12" fmla="*/ 52432 h 60914"/>
                <a:gd name="connsiteX13" fmla="*/ 7385 w 35726"/>
                <a:gd name="connsiteY13" fmla="*/ 60895 h 6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726" h="60914">
                  <a:moveTo>
                    <a:pt x="7405" y="60915"/>
                  </a:moveTo>
                  <a:lnTo>
                    <a:pt x="0" y="49698"/>
                  </a:lnTo>
                  <a:cubicBezTo>
                    <a:pt x="2116" y="48560"/>
                    <a:pt x="4291" y="46984"/>
                    <a:pt x="6546" y="44948"/>
                  </a:cubicBezTo>
                  <a:cubicBezTo>
                    <a:pt x="8802" y="42912"/>
                    <a:pt x="10878" y="40637"/>
                    <a:pt x="12794" y="38182"/>
                  </a:cubicBezTo>
                  <a:cubicBezTo>
                    <a:pt x="14690" y="35707"/>
                    <a:pt x="16007" y="33491"/>
                    <a:pt x="16706" y="31515"/>
                  </a:cubicBezTo>
                  <a:cubicBezTo>
                    <a:pt x="12614" y="31096"/>
                    <a:pt x="9121" y="29579"/>
                    <a:pt x="6227" y="26965"/>
                  </a:cubicBezTo>
                  <a:cubicBezTo>
                    <a:pt x="3333" y="24350"/>
                    <a:pt x="1896" y="20658"/>
                    <a:pt x="1896" y="15867"/>
                  </a:cubicBezTo>
                  <a:cubicBezTo>
                    <a:pt x="1896" y="11077"/>
                    <a:pt x="3592" y="7066"/>
                    <a:pt x="6966" y="4231"/>
                  </a:cubicBezTo>
                  <a:cubicBezTo>
                    <a:pt x="10359" y="1417"/>
                    <a:pt x="14151" y="0"/>
                    <a:pt x="18382" y="0"/>
                  </a:cubicBezTo>
                  <a:cubicBezTo>
                    <a:pt x="23731" y="0"/>
                    <a:pt x="27963" y="2016"/>
                    <a:pt x="31076" y="6028"/>
                  </a:cubicBezTo>
                  <a:cubicBezTo>
                    <a:pt x="34170" y="10039"/>
                    <a:pt x="35726" y="15309"/>
                    <a:pt x="35726" y="21775"/>
                  </a:cubicBezTo>
                  <a:cubicBezTo>
                    <a:pt x="35726" y="27563"/>
                    <a:pt x="34349" y="33132"/>
                    <a:pt x="31595" y="38481"/>
                  </a:cubicBezTo>
                  <a:cubicBezTo>
                    <a:pt x="28841" y="43830"/>
                    <a:pt x="25328" y="48480"/>
                    <a:pt x="21017" y="52432"/>
                  </a:cubicBezTo>
                  <a:cubicBezTo>
                    <a:pt x="16706" y="56384"/>
                    <a:pt x="12175" y="59198"/>
                    <a:pt x="7385" y="6089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9F77613-A1E6-4212-BFA6-B32BBA0D100E}"/>
                </a:ext>
              </a:extLst>
            </p:cNvPr>
            <p:cNvSpPr/>
            <p:nvPr/>
          </p:nvSpPr>
          <p:spPr>
            <a:xfrm>
              <a:off x="10498223" y="2868549"/>
              <a:ext cx="109774" cy="154183"/>
            </a:xfrm>
            <a:custGeom>
              <a:avLst/>
              <a:gdLst>
                <a:gd name="connsiteX0" fmla="*/ 0 w 109774"/>
                <a:gd name="connsiteY0" fmla="*/ 154183 h 154183"/>
                <a:gd name="connsiteX1" fmla="*/ 0 w 109774"/>
                <a:gd name="connsiteY1" fmla="*/ 1697 h 154183"/>
                <a:gd name="connsiteX2" fmla="*/ 24110 w 109774"/>
                <a:gd name="connsiteY2" fmla="*/ 1697 h 154183"/>
                <a:gd name="connsiteX3" fmla="*/ 25388 w 109774"/>
                <a:gd name="connsiteY3" fmla="*/ 16706 h 154183"/>
                <a:gd name="connsiteX4" fmla="*/ 41036 w 109774"/>
                <a:gd name="connsiteY4" fmla="*/ 4012 h 154183"/>
                <a:gd name="connsiteX5" fmla="*/ 61135 w 109774"/>
                <a:gd name="connsiteY5" fmla="*/ 0 h 154183"/>
                <a:gd name="connsiteX6" fmla="*/ 88418 w 109774"/>
                <a:gd name="connsiteY6" fmla="*/ 7604 h 154183"/>
                <a:gd name="connsiteX7" fmla="*/ 104485 w 109774"/>
                <a:gd name="connsiteY7" fmla="*/ 28122 h 154183"/>
                <a:gd name="connsiteX8" fmla="*/ 109775 w 109774"/>
                <a:gd name="connsiteY8" fmla="*/ 57302 h 154183"/>
                <a:gd name="connsiteX9" fmla="*/ 104286 w 109774"/>
                <a:gd name="connsiteY9" fmla="*/ 86602 h 154183"/>
                <a:gd name="connsiteX10" fmla="*/ 87680 w 109774"/>
                <a:gd name="connsiteY10" fmla="*/ 107120 h 154183"/>
                <a:gd name="connsiteX11" fmla="*/ 59877 w 109774"/>
                <a:gd name="connsiteY11" fmla="*/ 114625 h 154183"/>
                <a:gd name="connsiteX12" fmla="*/ 45606 w 109774"/>
                <a:gd name="connsiteY12" fmla="*/ 112928 h 154183"/>
                <a:gd name="connsiteX13" fmla="*/ 34190 w 109774"/>
                <a:gd name="connsiteY13" fmla="*/ 108058 h 154183"/>
                <a:gd name="connsiteX14" fmla="*/ 25827 w 109774"/>
                <a:gd name="connsiteY14" fmla="*/ 100873 h 154183"/>
                <a:gd name="connsiteX15" fmla="*/ 25827 w 109774"/>
                <a:gd name="connsiteY15" fmla="*/ 154163 h 154183"/>
                <a:gd name="connsiteX16" fmla="*/ 20 w 109774"/>
                <a:gd name="connsiteY16" fmla="*/ 154163 h 154183"/>
                <a:gd name="connsiteX17" fmla="*/ 55825 w 109774"/>
                <a:gd name="connsiteY17" fmla="*/ 91372 h 154183"/>
                <a:gd name="connsiteX18" fmla="*/ 72751 w 109774"/>
                <a:gd name="connsiteY18" fmla="*/ 86622 h 154183"/>
                <a:gd name="connsiteX19" fmla="*/ 81632 w 109774"/>
                <a:gd name="connsiteY19" fmla="*/ 74148 h 154183"/>
                <a:gd name="connsiteX20" fmla="*/ 84387 w 109774"/>
                <a:gd name="connsiteY20" fmla="*/ 57761 h 154183"/>
                <a:gd name="connsiteX21" fmla="*/ 81533 w 109774"/>
                <a:gd name="connsiteY21" fmla="*/ 40836 h 154183"/>
                <a:gd name="connsiteX22" fmla="*/ 72331 w 109774"/>
                <a:gd name="connsiteY22" fmla="*/ 28142 h 154183"/>
                <a:gd name="connsiteX23" fmla="*/ 55406 w 109774"/>
                <a:gd name="connsiteY23" fmla="*/ 23272 h 154183"/>
                <a:gd name="connsiteX24" fmla="*/ 39020 w 109774"/>
                <a:gd name="connsiteY24" fmla="*/ 28022 h 154183"/>
                <a:gd name="connsiteX25" fmla="*/ 28981 w 109774"/>
                <a:gd name="connsiteY25" fmla="*/ 40597 h 154183"/>
                <a:gd name="connsiteX26" fmla="*/ 25587 w 109774"/>
                <a:gd name="connsiteY26" fmla="*/ 57522 h 154183"/>
                <a:gd name="connsiteX27" fmla="*/ 28761 w 109774"/>
                <a:gd name="connsiteY27" fmla="*/ 74547 h 154183"/>
                <a:gd name="connsiteX28" fmla="*/ 38701 w 109774"/>
                <a:gd name="connsiteY28" fmla="*/ 86822 h 154183"/>
                <a:gd name="connsiteX29" fmla="*/ 55825 w 109774"/>
                <a:gd name="connsiteY29" fmla="*/ 91372 h 15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774" h="154183">
                  <a:moveTo>
                    <a:pt x="0" y="154183"/>
                  </a:moveTo>
                  <a:lnTo>
                    <a:pt x="0" y="1697"/>
                  </a:lnTo>
                  <a:lnTo>
                    <a:pt x="24110" y="1697"/>
                  </a:lnTo>
                  <a:lnTo>
                    <a:pt x="25388" y="16706"/>
                  </a:lnTo>
                  <a:cubicBezTo>
                    <a:pt x="29759" y="10918"/>
                    <a:pt x="34968" y="6686"/>
                    <a:pt x="41036" y="4012"/>
                  </a:cubicBezTo>
                  <a:cubicBezTo>
                    <a:pt x="47103" y="1337"/>
                    <a:pt x="53789" y="0"/>
                    <a:pt x="61135" y="0"/>
                  </a:cubicBezTo>
                  <a:cubicBezTo>
                    <a:pt x="72132" y="0"/>
                    <a:pt x="81233" y="2535"/>
                    <a:pt x="88418" y="7604"/>
                  </a:cubicBezTo>
                  <a:cubicBezTo>
                    <a:pt x="95604" y="12674"/>
                    <a:pt x="100973" y="19520"/>
                    <a:pt x="104485" y="28122"/>
                  </a:cubicBezTo>
                  <a:cubicBezTo>
                    <a:pt x="107998" y="36725"/>
                    <a:pt x="109775" y="46445"/>
                    <a:pt x="109775" y="57302"/>
                  </a:cubicBezTo>
                  <a:cubicBezTo>
                    <a:pt x="109775" y="68160"/>
                    <a:pt x="107938" y="77920"/>
                    <a:pt x="104286" y="86602"/>
                  </a:cubicBezTo>
                  <a:cubicBezTo>
                    <a:pt x="100613" y="95264"/>
                    <a:pt x="95085" y="102110"/>
                    <a:pt x="87680" y="107120"/>
                  </a:cubicBezTo>
                  <a:cubicBezTo>
                    <a:pt x="80275" y="112130"/>
                    <a:pt x="71014" y="114625"/>
                    <a:pt x="59877" y="114625"/>
                  </a:cubicBezTo>
                  <a:cubicBezTo>
                    <a:pt x="54668" y="114625"/>
                    <a:pt x="49898" y="114066"/>
                    <a:pt x="45606" y="112928"/>
                  </a:cubicBezTo>
                  <a:cubicBezTo>
                    <a:pt x="41295" y="111810"/>
                    <a:pt x="37503" y="110174"/>
                    <a:pt x="34190" y="108058"/>
                  </a:cubicBezTo>
                  <a:cubicBezTo>
                    <a:pt x="30877" y="105943"/>
                    <a:pt x="28082" y="103547"/>
                    <a:pt x="25827" y="100873"/>
                  </a:cubicBezTo>
                  <a:lnTo>
                    <a:pt x="25827" y="154163"/>
                  </a:lnTo>
                  <a:lnTo>
                    <a:pt x="20" y="154163"/>
                  </a:lnTo>
                  <a:close/>
                  <a:moveTo>
                    <a:pt x="55825" y="91372"/>
                  </a:moveTo>
                  <a:cubicBezTo>
                    <a:pt x="63011" y="91372"/>
                    <a:pt x="68659" y="89796"/>
                    <a:pt x="72751" y="86622"/>
                  </a:cubicBezTo>
                  <a:cubicBezTo>
                    <a:pt x="76842" y="83449"/>
                    <a:pt x="79796" y="79297"/>
                    <a:pt x="81632" y="74148"/>
                  </a:cubicBezTo>
                  <a:cubicBezTo>
                    <a:pt x="83469" y="68998"/>
                    <a:pt x="84387" y="63550"/>
                    <a:pt x="84387" y="57761"/>
                  </a:cubicBezTo>
                  <a:cubicBezTo>
                    <a:pt x="84387" y="51973"/>
                    <a:pt x="83429" y="46065"/>
                    <a:pt x="81533" y="40836"/>
                  </a:cubicBezTo>
                  <a:cubicBezTo>
                    <a:pt x="79637" y="35627"/>
                    <a:pt x="76563" y="31396"/>
                    <a:pt x="72331" y="28142"/>
                  </a:cubicBezTo>
                  <a:cubicBezTo>
                    <a:pt x="68100" y="24909"/>
                    <a:pt x="62452" y="23272"/>
                    <a:pt x="55406" y="23272"/>
                  </a:cubicBezTo>
                  <a:cubicBezTo>
                    <a:pt x="48920" y="23272"/>
                    <a:pt x="43451" y="24849"/>
                    <a:pt x="39020" y="28022"/>
                  </a:cubicBezTo>
                  <a:cubicBezTo>
                    <a:pt x="34569" y="31196"/>
                    <a:pt x="31236" y="35387"/>
                    <a:pt x="28981" y="40597"/>
                  </a:cubicBezTo>
                  <a:cubicBezTo>
                    <a:pt x="26725" y="45806"/>
                    <a:pt x="25587" y="51454"/>
                    <a:pt x="25587" y="57522"/>
                  </a:cubicBezTo>
                  <a:cubicBezTo>
                    <a:pt x="25587" y="63589"/>
                    <a:pt x="26645" y="69398"/>
                    <a:pt x="28761" y="74547"/>
                  </a:cubicBezTo>
                  <a:cubicBezTo>
                    <a:pt x="30877" y="79696"/>
                    <a:pt x="34190" y="83788"/>
                    <a:pt x="38701" y="86822"/>
                  </a:cubicBezTo>
                  <a:cubicBezTo>
                    <a:pt x="43211" y="89856"/>
                    <a:pt x="48920" y="91372"/>
                    <a:pt x="55825" y="9137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9476FA8-8751-8AD3-84A8-FDBB1E67D7A6}"/>
                </a:ext>
              </a:extLst>
            </p:cNvPr>
            <p:cNvSpPr/>
            <p:nvPr/>
          </p:nvSpPr>
          <p:spPr>
            <a:xfrm>
              <a:off x="10616939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8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2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5" y="36465"/>
                    <a:pt x="6447" y="27803"/>
                  </a:cubicBezTo>
                  <a:cubicBezTo>
                    <a:pt x="10738" y="19141"/>
                    <a:pt x="16945" y="12335"/>
                    <a:pt x="25068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4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9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797B147-BAF5-71B4-5169-F64FA0D2F278}"/>
                </a:ext>
              </a:extLst>
            </p:cNvPr>
            <p:cNvSpPr/>
            <p:nvPr/>
          </p:nvSpPr>
          <p:spPr>
            <a:xfrm>
              <a:off x="10735575" y="2868549"/>
              <a:ext cx="66403" cy="113147"/>
            </a:xfrm>
            <a:custGeom>
              <a:avLst/>
              <a:gdLst>
                <a:gd name="connsiteX0" fmla="*/ 20 w 66403"/>
                <a:gd name="connsiteY0" fmla="*/ 113148 h 113147"/>
                <a:gd name="connsiteX1" fmla="*/ 20 w 66403"/>
                <a:gd name="connsiteY1" fmla="*/ 1697 h 113147"/>
                <a:gd name="connsiteX2" fmla="*/ 23492 w 66403"/>
                <a:gd name="connsiteY2" fmla="*/ 1697 h 113147"/>
                <a:gd name="connsiteX3" fmla="*/ 24969 w 66403"/>
                <a:gd name="connsiteY3" fmla="*/ 16287 h 113147"/>
                <a:gd name="connsiteX4" fmla="*/ 34589 w 66403"/>
                <a:gd name="connsiteY4" fmla="*/ 6447 h 113147"/>
                <a:gd name="connsiteX5" fmla="*/ 46225 w 66403"/>
                <a:gd name="connsiteY5" fmla="*/ 1477 h 113147"/>
                <a:gd name="connsiteX6" fmla="*/ 58799 w 66403"/>
                <a:gd name="connsiteY6" fmla="*/ 0 h 113147"/>
                <a:gd name="connsiteX7" fmla="*/ 63130 w 66403"/>
                <a:gd name="connsiteY7" fmla="*/ 0 h 113147"/>
                <a:gd name="connsiteX8" fmla="*/ 66404 w 66403"/>
                <a:gd name="connsiteY8" fmla="*/ 220 h 113147"/>
                <a:gd name="connsiteX9" fmla="*/ 66404 w 66403"/>
                <a:gd name="connsiteY9" fmla="*/ 24749 h 113147"/>
                <a:gd name="connsiteX10" fmla="*/ 59638 w 66403"/>
                <a:gd name="connsiteY10" fmla="*/ 24749 h 113147"/>
                <a:gd name="connsiteX11" fmla="*/ 41036 w 66403"/>
                <a:gd name="connsiteY11" fmla="*/ 28980 h 113147"/>
                <a:gd name="connsiteX12" fmla="*/ 29619 w 66403"/>
                <a:gd name="connsiteY12" fmla="*/ 41036 h 113147"/>
                <a:gd name="connsiteX13" fmla="*/ 25807 w 66403"/>
                <a:gd name="connsiteY13" fmla="*/ 60276 h 113147"/>
                <a:gd name="connsiteX14" fmla="*/ 25807 w 66403"/>
                <a:gd name="connsiteY14" fmla="*/ 113148 h 113147"/>
                <a:gd name="connsiteX15" fmla="*/ 0 w 66403"/>
                <a:gd name="connsiteY15" fmla="*/ 113148 h 11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403" h="113147">
                  <a:moveTo>
                    <a:pt x="20" y="113148"/>
                  </a:moveTo>
                  <a:lnTo>
                    <a:pt x="20" y="1697"/>
                  </a:lnTo>
                  <a:lnTo>
                    <a:pt x="23492" y="1697"/>
                  </a:lnTo>
                  <a:lnTo>
                    <a:pt x="24969" y="16287"/>
                  </a:lnTo>
                  <a:cubicBezTo>
                    <a:pt x="27783" y="12055"/>
                    <a:pt x="30996" y="8782"/>
                    <a:pt x="34589" y="6447"/>
                  </a:cubicBezTo>
                  <a:cubicBezTo>
                    <a:pt x="38182" y="4112"/>
                    <a:pt x="42054" y="2455"/>
                    <a:pt x="46225" y="1477"/>
                  </a:cubicBezTo>
                  <a:cubicBezTo>
                    <a:pt x="50377" y="499"/>
                    <a:pt x="54588" y="0"/>
                    <a:pt x="58799" y="0"/>
                  </a:cubicBezTo>
                  <a:lnTo>
                    <a:pt x="63130" y="0"/>
                  </a:lnTo>
                  <a:cubicBezTo>
                    <a:pt x="64468" y="0"/>
                    <a:pt x="65566" y="80"/>
                    <a:pt x="66404" y="220"/>
                  </a:cubicBezTo>
                  <a:lnTo>
                    <a:pt x="66404" y="24749"/>
                  </a:lnTo>
                  <a:lnTo>
                    <a:pt x="59638" y="24749"/>
                  </a:lnTo>
                  <a:cubicBezTo>
                    <a:pt x="52313" y="24749"/>
                    <a:pt x="46106" y="26166"/>
                    <a:pt x="41036" y="28980"/>
                  </a:cubicBezTo>
                  <a:cubicBezTo>
                    <a:pt x="35966" y="31795"/>
                    <a:pt x="32154" y="35826"/>
                    <a:pt x="29619" y="41036"/>
                  </a:cubicBezTo>
                  <a:cubicBezTo>
                    <a:pt x="27085" y="46245"/>
                    <a:pt x="25807" y="52672"/>
                    <a:pt x="25807" y="60276"/>
                  </a:cubicBezTo>
                  <a:lnTo>
                    <a:pt x="25807" y="113148"/>
                  </a:lnTo>
                  <a:lnTo>
                    <a:pt x="0" y="11314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71D1B33-A730-95B7-8A82-79B600C1A049}"/>
                </a:ext>
              </a:extLst>
            </p:cNvPr>
            <p:cNvSpPr/>
            <p:nvPr/>
          </p:nvSpPr>
          <p:spPr>
            <a:xfrm>
              <a:off x="10805352" y="2868549"/>
              <a:ext cx="94944" cy="114624"/>
            </a:xfrm>
            <a:custGeom>
              <a:avLst/>
              <a:gdLst>
                <a:gd name="connsiteX0" fmla="*/ 48640 w 94944"/>
                <a:gd name="connsiteY0" fmla="*/ 114625 h 114624"/>
                <a:gd name="connsiteX1" fmla="*/ 32673 w 94944"/>
                <a:gd name="connsiteY1" fmla="*/ 112928 h 114624"/>
                <a:gd name="connsiteX2" fmla="*/ 17764 w 94944"/>
                <a:gd name="connsiteY2" fmla="*/ 107320 h 114624"/>
                <a:gd name="connsiteX3" fmla="*/ 6127 w 94944"/>
                <a:gd name="connsiteY3" fmla="*/ 96642 h 114624"/>
                <a:gd name="connsiteX4" fmla="*/ 0 w 94944"/>
                <a:gd name="connsiteY4" fmla="*/ 79716 h 114624"/>
                <a:gd name="connsiteX5" fmla="*/ 26006 w 94944"/>
                <a:gd name="connsiteY5" fmla="*/ 79716 h 114624"/>
                <a:gd name="connsiteX6" fmla="*/ 31396 w 94944"/>
                <a:gd name="connsiteY6" fmla="*/ 87221 h 114624"/>
                <a:gd name="connsiteX7" fmla="*/ 40058 w 94944"/>
                <a:gd name="connsiteY7" fmla="*/ 91452 h 114624"/>
                <a:gd name="connsiteX8" fmla="*/ 49898 w 94944"/>
                <a:gd name="connsiteY8" fmla="*/ 92829 h 114624"/>
                <a:gd name="connsiteX9" fmla="*/ 56344 w 94944"/>
                <a:gd name="connsiteY9" fmla="*/ 92410 h 114624"/>
                <a:gd name="connsiteX10" fmla="*/ 62911 w 94944"/>
                <a:gd name="connsiteY10" fmla="*/ 90714 h 114624"/>
                <a:gd name="connsiteX11" fmla="*/ 67881 w 94944"/>
                <a:gd name="connsiteY11" fmla="*/ 87021 h 114624"/>
                <a:gd name="connsiteX12" fmla="*/ 69777 w 94944"/>
                <a:gd name="connsiteY12" fmla="*/ 80575 h 114624"/>
                <a:gd name="connsiteX13" fmla="*/ 67661 w 94944"/>
                <a:gd name="connsiteY13" fmla="*/ 74547 h 114624"/>
                <a:gd name="connsiteX14" fmla="*/ 61953 w 94944"/>
                <a:gd name="connsiteY14" fmla="*/ 70954 h 114624"/>
                <a:gd name="connsiteX15" fmla="*/ 53291 w 94944"/>
                <a:gd name="connsiteY15" fmla="*/ 68739 h 114624"/>
                <a:gd name="connsiteX16" fmla="*/ 33830 w 94944"/>
                <a:gd name="connsiteY16" fmla="*/ 64607 h 114624"/>
                <a:gd name="connsiteX17" fmla="*/ 15847 w 94944"/>
                <a:gd name="connsiteY17" fmla="*/ 57522 h 114624"/>
                <a:gd name="connsiteX18" fmla="*/ 10339 w 94944"/>
                <a:gd name="connsiteY18" fmla="*/ 53091 h 114624"/>
                <a:gd name="connsiteX19" fmla="*/ 6427 w 94944"/>
                <a:gd name="connsiteY19" fmla="*/ 47483 h 114624"/>
                <a:gd name="connsiteX20" fmla="*/ 4091 w 94944"/>
                <a:gd name="connsiteY20" fmla="*/ 40816 h 114624"/>
                <a:gd name="connsiteX21" fmla="*/ 3353 w 94944"/>
                <a:gd name="connsiteY21" fmla="*/ 32992 h 114624"/>
                <a:gd name="connsiteX22" fmla="*/ 7045 w 94944"/>
                <a:gd name="connsiteY22" fmla="*/ 17863 h 114624"/>
                <a:gd name="connsiteX23" fmla="*/ 16985 w 94944"/>
                <a:gd name="connsiteY23" fmla="*/ 7704 h 114624"/>
                <a:gd name="connsiteX24" fmla="*/ 31256 w 94944"/>
                <a:gd name="connsiteY24" fmla="*/ 1896 h 114624"/>
                <a:gd name="connsiteX25" fmla="*/ 47762 w 94944"/>
                <a:gd name="connsiteY25" fmla="*/ 0 h 114624"/>
                <a:gd name="connsiteX26" fmla="*/ 68479 w 94944"/>
                <a:gd name="connsiteY26" fmla="*/ 3593 h 114624"/>
                <a:gd name="connsiteX27" fmla="*/ 84027 w 94944"/>
                <a:gd name="connsiteY27" fmla="*/ 14590 h 114624"/>
                <a:gd name="connsiteX28" fmla="*/ 91532 w 94944"/>
                <a:gd name="connsiteY28" fmla="*/ 33411 h 114624"/>
                <a:gd name="connsiteX29" fmla="*/ 67002 w 94944"/>
                <a:gd name="connsiteY29" fmla="*/ 33411 h 114624"/>
                <a:gd name="connsiteX30" fmla="*/ 60556 w 94944"/>
                <a:gd name="connsiteY30" fmla="*/ 24949 h 114624"/>
                <a:gd name="connsiteX31" fmla="*/ 46924 w 94944"/>
                <a:gd name="connsiteY31" fmla="*/ 21775 h 114624"/>
                <a:gd name="connsiteX32" fmla="*/ 40796 w 94944"/>
                <a:gd name="connsiteY32" fmla="*/ 22294 h 114624"/>
                <a:gd name="connsiteX33" fmla="*/ 34768 w 94944"/>
                <a:gd name="connsiteY33" fmla="*/ 23991 h 114624"/>
                <a:gd name="connsiteX34" fmla="*/ 30118 w 94944"/>
                <a:gd name="connsiteY34" fmla="*/ 27484 h 114624"/>
                <a:gd name="connsiteX35" fmla="*/ 28322 w 94944"/>
                <a:gd name="connsiteY35" fmla="*/ 33192 h 114624"/>
                <a:gd name="connsiteX36" fmla="*/ 29899 w 94944"/>
                <a:gd name="connsiteY36" fmla="*/ 38681 h 114624"/>
                <a:gd name="connsiteX37" fmla="*/ 34768 w 94944"/>
                <a:gd name="connsiteY37" fmla="*/ 42593 h 114624"/>
                <a:gd name="connsiteX38" fmla="*/ 42493 w 94944"/>
                <a:gd name="connsiteY38" fmla="*/ 45227 h 114624"/>
                <a:gd name="connsiteX39" fmla="*/ 57502 w 94944"/>
                <a:gd name="connsiteY39" fmla="*/ 48181 h 114624"/>
                <a:gd name="connsiteX40" fmla="*/ 71034 w 94944"/>
                <a:gd name="connsiteY40" fmla="*/ 51135 h 114624"/>
                <a:gd name="connsiteX41" fmla="*/ 83309 w 94944"/>
                <a:gd name="connsiteY41" fmla="*/ 56524 h 114624"/>
                <a:gd name="connsiteX42" fmla="*/ 91871 w 94944"/>
                <a:gd name="connsiteY42" fmla="*/ 65625 h 114624"/>
                <a:gd name="connsiteX43" fmla="*/ 94945 w 94944"/>
                <a:gd name="connsiteY43" fmla="*/ 79896 h 114624"/>
                <a:gd name="connsiteX44" fmla="*/ 90814 w 94944"/>
                <a:gd name="connsiteY44" fmla="*/ 96821 h 114624"/>
                <a:gd name="connsiteX45" fmla="*/ 79916 w 94944"/>
                <a:gd name="connsiteY45" fmla="*/ 107400 h 114624"/>
                <a:gd name="connsiteX46" fmla="*/ 64907 w 94944"/>
                <a:gd name="connsiteY46" fmla="*/ 112888 h 114624"/>
                <a:gd name="connsiteX47" fmla="*/ 48620 w 94944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4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6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0" y="89117"/>
                    <a:pt x="36744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3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0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0" y="43211"/>
                    <a:pt x="4091" y="40816"/>
                  </a:cubicBezTo>
                  <a:cubicBezTo>
                    <a:pt x="3592" y="38421"/>
                    <a:pt x="3353" y="35807"/>
                    <a:pt x="3353" y="32992"/>
                  </a:cubicBezTo>
                  <a:cubicBezTo>
                    <a:pt x="3353" y="27064"/>
                    <a:pt x="4590" y="22035"/>
                    <a:pt x="7045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3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7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8" y="23991"/>
                  </a:cubicBezTo>
                  <a:cubicBezTo>
                    <a:pt x="32872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8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6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60165F-9254-09F5-1496-4FB553E4C813}"/>
                </a:ext>
              </a:extLst>
            </p:cNvPr>
            <p:cNvSpPr/>
            <p:nvPr/>
          </p:nvSpPr>
          <p:spPr>
            <a:xfrm>
              <a:off x="10907403" y="2868549"/>
              <a:ext cx="109774" cy="114624"/>
            </a:xfrm>
            <a:custGeom>
              <a:avLst/>
              <a:gdLst>
                <a:gd name="connsiteX0" fmla="*/ 55206 w 109774"/>
                <a:gd name="connsiteY0" fmla="*/ 114625 h 114624"/>
                <a:gd name="connsiteX1" fmla="*/ 25707 w 109774"/>
                <a:gd name="connsiteY1" fmla="*/ 107639 h 114624"/>
                <a:gd name="connsiteX2" fmla="*/ 6666 w 109774"/>
                <a:gd name="connsiteY2" fmla="*/ 87760 h 114624"/>
                <a:gd name="connsiteX3" fmla="*/ 0 w 109774"/>
                <a:gd name="connsiteY3" fmla="*/ 57522 h 114624"/>
                <a:gd name="connsiteX4" fmla="*/ 6766 w 109774"/>
                <a:gd name="connsiteY4" fmla="*/ 27164 h 114624"/>
                <a:gd name="connsiteX5" fmla="*/ 25807 w 109774"/>
                <a:gd name="connsiteY5" fmla="*/ 7185 h 114624"/>
                <a:gd name="connsiteX6" fmla="*/ 55206 w 109774"/>
                <a:gd name="connsiteY6" fmla="*/ 0 h 114624"/>
                <a:gd name="connsiteX7" fmla="*/ 84387 w 109774"/>
                <a:gd name="connsiteY7" fmla="*/ 7185 h 114624"/>
                <a:gd name="connsiteX8" fmla="*/ 103208 w 109774"/>
                <a:gd name="connsiteY8" fmla="*/ 27384 h 114624"/>
                <a:gd name="connsiteX9" fmla="*/ 109775 w 109774"/>
                <a:gd name="connsiteY9" fmla="*/ 57941 h 114624"/>
                <a:gd name="connsiteX10" fmla="*/ 103328 w 109774"/>
                <a:gd name="connsiteY10" fmla="*/ 87860 h 114624"/>
                <a:gd name="connsiteX11" fmla="*/ 84606 w 109774"/>
                <a:gd name="connsiteY11" fmla="*/ 107639 h 114624"/>
                <a:gd name="connsiteX12" fmla="*/ 55206 w 109774"/>
                <a:gd name="connsiteY12" fmla="*/ 114625 h 114624"/>
                <a:gd name="connsiteX13" fmla="*/ 55007 w 109774"/>
                <a:gd name="connsiteY13" fmla="*/ 91153 h 114624"/>
                <a:gd name="connsiteX14" fmla="*/ 72032 w 109774"/>
                <a:gd name="connsiteY14" fmla="*/ 86502 h 114624"/>
                <a:gd name="connsiteX15" fmla="*/ 81433 w 109774"/>
                <a:gd name="connsiteY15" fmla="*/ 74228 h 114624"/>
                <a:gd name="connsiteX16" fmla="*/ 84387 w 109774"/>
                <a:gd name="connsiteY16" fmla="*/ 57741 h 114624"/>
                <a:gd name="connsiteX17" fmla="*/ 81433 w 109774"/>
                <a:gd name="connsiteY17" fmla="*/ 41036 h 114624"/>
                <a:gd name="connsiteX18" fmla="*/ 72032 w 109774"/>
                <a:gd name="connsiteY18" fmla="*/ 28462 h 114624"/>
                <a:gd name="connsiteX19" fmla="*/ 55007 w 109774"/>
                <a:gd name="connsiteY19" fmla="*/ 23711 h 114624"/>
                <a:gd name="connsiteX20" fmla="*/ 37882 w 109774"/>
                <a:gd name="connsiteY20" fmla="*/ 28462 h 114624"/>
                <a:gd name="connsiteX21" fmla="*/ 28362 w 109774"/>
                <a:gd name="connsiteY21" fmla="*/ 40936 h 114624"/>
                <a:gd name="connsiteX22" fmla="*/ 25408 w 109774"/>
                <a:gd name="connsiteY22" fmla="*/ 57741 h 114624"/>
                <a:gd name="connsiteX23" fmla="*/ 28482 w 109774"/>
                <a:gd name="connsiteY23" fmla="*/ 74347 h 114624"/>
                <a:gd name="connsiteX24" fmla="*/ 38002 w 109774"/>
                <a:gd name="connsiteY24" fmla="*/ 86622 h 114624"/>
                <a:gd name="connsiteX25" fmla="*/ 55027 w 109774"/>
                <a:gd name="connsiteY25" fmla="*/ 91173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774" h="114624">
                  <a:moveTo>
                    <a:pt x="55206" y="114625"/>
                  </a:moveTo>
                  <a:cubicBezTo>
                    <a:pt x="43790" y="114625"/>
                    <a:pt x="33950" y="112289"/>
                    <a:pt x="25707" y="107639"/>
                  </a:cubicBezTo>
                  <a:cubicBezTo>
                    <a:pt x="17464" y="102989"/>
                    <a:pt x="11117" y="96362"/>
                    <a:pt x="6666" y="87760"/>
                  </a:cubicBezTo>
                  <a:cubicBezTo>
                    <a:pt x="2215" y="79157"/>
                    <a:pt x="0" y="69078"/>
                    <a:pt x="0" y="57522"/>
                  </a:cubicBezTo>
                  <a:cubicBezTo>
                    <a:pt x="0" y="45966"/>
                    <a:pt x="2255" y="35707"/>
                    <a:pt x="6766" y="27164"/>
                  </a:cubicBezTo>
                  <a:cubicBezTo>
                    <a:pt x="11277" y="18642"/>
                    <a:pt x="17624" y="11975"/>
                    <a:pt x="25807" y="7185"/>
                  </a:cubicBezTo>
                  <a:cubicBezTo>
                    <a:pt x="33990" y="2395"/>
                    <a:pt x="43790" y="0"/>
                    <a:pt x="55206" y="0"/>
                  </a:cubicBezTo>
                  <a:cubicBezTo>
                    <a:pt x="66623" y="0"/>
                    <a:pt x="76223" y="2395"/>
                    <a:pt x="84387" y="7185"/>
                  </a:cubicBezTo>
                  <a:cubicBezTo>
                    <a:pt x="92570" y="11975"/>
                    <a:pt x="98837" y="18722"/>
                    <a:pt x="103208" y="27384"/>
                  </a:cubicBezTo>
                  <a:cubicBezTo>
                    <a:pt x="107579" y="36046"/>
                    <a:pt x="109775" y="46245"/>
                    <a:pt x="109775" y="57941"/>
                  </a:cubicBezTo>
                  <a:cubicBezTo>
                    <a:pt x="109775" y="69637"/>
                    <a:pt x="107619" y="79337"/>
                    <a:pt x="103328" y="87860"/>
                  </a:cubicBezTo>
                  <a:cubicBezTo>
                    <a:pt x="99017" y="96382"/>
                    <a:pt x="92789" y="102989"/>
                    <a:pt x="84606" y="107639"/>
                  </a:cubicBezTo>
                  <a:cubicBezTo>
                    <a:pt x="76423" y="112289"/>
                    <a:pt x="66623" y="114625"/>
                    <a:pt x="55206" y="114625"/>
                  </a:cubicBezTo>
                  <a:close/>
                  <a:moveTo>
                    <a:pt x="55007" y="91153"/>
                  </a:moveTo>
                  <a:cubicBezTo>
                    <a:pt x="62053" y="91153"/>
                    <a:pt x="67721" y="89596"/>
                    <a:pt x="72032" y="86502"/>
                  </a:cubicBezTo>
                  <a:cubicBezTo>
                    <a:pt x="76323" y="83409"/>
                    <a:pt x="79457" y="79317"/>
                    <a:pt x="81433" y="74228"/>
                  </a:cubicBezTo>
                  <a:cubicBezTo>
                    <a:pt x="83409" y="69158"/>
                    <a:pt x="84387" y="63649"/>
                    <a:pt x="84387" y="57741"/>
                  </a:cubicBezTo>
                  <a:cubicBezTo>
                    <a:pt x="84387" y="51834"/>
                    <a:pt x="83389" y="46245"/>
                    <a:pt x="81433" y="41036"/>
                  </a:cubicBezTo>
                  <a:cubicBezTo>
                    <a:pt x="79457" y="35826"/>
                    <a:pt x="76323" y="31615"/>
                    <a:pt x="72032" y="28462"/>
                  </a:cubicBezTo>
                  <a:cubicBezTo>
                    <a:pt x="67721" y="25288"/>
                    <a:pt x="62053" y="23711"/>
                    <a:pt x="55007" y="23711"/>
                  </a:cubicBezTo>
                  <a:cubicBezTo>
                    <a:pt x="47961" y="23711"/>
                    <a:pt x="42253" y="25288"/>
                    <a:pt x="37882" y="28462"/>
                  </a:cubicBezTo>
                  <a:cubicBezTo>
                    <a:pt x="33511" y="31635"/>
                    <a:pt x="30338" y="35787"/>
                    <a:pt x="28362" y="40936"/>
                  </a:cubicBezTo>
                  <a:cubicBezTo>
                    <a:pt x="26386" y="46085"/>
                    <a:pt x="25408" y="51694"/>
                    <a:pt x="25408" y="57741"/>
                  </a:cubicBezTo>
                  <a:cubicBezTo>
                    <a:pt x="25408" y="63789"/>
                    <a:pt x="26426" y="69198"/>
                    <a:pt x="28482" y="74347"/>
                  </a:cubicBezTo>
                  <a:cubicBezTo>
                    <a:pt x="30517" y="79497"/>
                    <a:pt x="33691" y="83588"/>
                    <a:pt x="38002" y="86622"/>
                  </a:cubicBezTo>
                  <a:cubicBezTo>
                    <a:pt x="42293" y="89656"/>
                    <a:pt x="47981" y="91173"/>
                    <a:pt x="55027" y="91173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793E899-E7D1-EEE8-F5F8-655DB29303AB}"/>
                </a:ext>
              </a:extLst>
            </p:cNvPr>
            <p:cNvSpPr/>
            <p:nvPr/>
          </p:nvSpPr>
          <p:spPr>
            <a:xfrm>
              <a:off x="11030690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0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0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0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0" y="1677"/>
                  </a:lnTo>
                  <a:lnTo>
                    <a:pt x="25587" y="15847"/>
                  </a:lnTo>
                  <a:cubicBezTo>
                    <a:pt x="28541" y="11896"/>
                    <a:pt x="31994" y="8802"/>
                    <a:pt x="35946" y="6547"/>
                  </a:cubicBezTo>
                  <a:cubicBezTo>
                    <a:pt x="39898" y="4291"/>
                    <a:pt x="44049" y="2635"/>
                    <a:pt x="48420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6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7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89" y="31336"/>
                    <a:pt x="31116" y="35667"/>
                    <a:pt x="29000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39DF96D-F84F-F85F-D977-279E65E0DDB2}"/>
                </a:ext>
              </a:extLst>
            </p:cNvPr>
            <p:cNvSpPr/>
            <p:nvPr/>
          </p:nvSpPr>
          <p:spPr>
            <a:xfrm>
              <a:off x="11146173" y="2868549"/>
              <a:ext cx="109954" cy="114644"/>
            </a:xfrm>
            <a:custGeom>
              <a:avLst/>
              <a:gdLst>
                <a:gd name="connsiteX0" fmla="*/ 49279 w 109954"/>
                <a:gd name="connsiteY0" fmla="*/ 114625 h 114644"/>
                <a:gd name="connsiteX1" fmla="*/ 27503 w 109954"/>
                <a:gd name="connsiteY1" fmla="*/ 110294 h 114644"/>
                <a:gd name="connsiteX2" fmla="*/ 12175 w 109954"/>
                <a:gd name="connsiteY2" fmla="*/ 98238 h 114644"/>
                <a:gd name="connsiteX3" fmla="*/ 3074 w 109954"/>
                <a:gd name="connsiteY3" fmla="*/ 80155 h 114644"/>
                <a:gd name="connsiteX4" fmla="*/ 0 w 109954"/>
                <a:gd name="connsiteY4" fmla="*/ 57941 h 114644"/>
                <a:gd name="connsiteX5" fmla="*/ 5808 w 109954"/>
                <a:gd name="connsiteY5" fmla="*/ 28122 h 114644"/>
                <a:gd name="connsiteX6" fmla="*/ 23352 w 109954"/>
                <a:gd name="connsiteY6" fmla="*/ 7505 h 114644"/>
                <a:gd name="connsiteX7" fmla="*/ 52432 w 109954"/>
                <a:gd name="connsiteY7" fmla="*/ 0 h 114644"/>
                <a:gd name="connsiteX8" fmla="*/ 70415 w 109954"/>
                <a:gd name="connsiteY8" fmla="*/ 3273 h 114644"/>
                <a:gd name="connsiteX9" fmla="*/ 84586 w 109954"/>
                <a:gd name="connsiteY9" fmla="*/ 13113 h 114644"/>
                <a:gd name="connsiteX10" fmla="*/ 85424 w 109954"/>
                <a:gd name="connsiteY10" fmla="*/ 1697 h 114644"/>
                <a:gd name="connsiteX11" fmla="*/ 109954 w 109954"/>
                <a:gd name="connsiteY11" fmla="*/ 1697 h 114644"/>
                <a:gd name="connsiteX12" fmla="*/ 109954 w 109954"/>
                <a:gd name="connsiteY12" fmla="*/ 113148 h 114644"/>
                <a:gd name="connsiteX13" fmla="*/ 85005 w 109954"/>
                <a:gd name="connsiteY13" fmla="*/ 113148 h 114644"/>
                <a:gd name="connsiteX14" fmla="*/ 84367 w 109954"/>
                <a:gd name="connsiteY14" fmla="*/ 100673 h 114644"/>
                <a:gd name="connsiteX15" fmla="*/ 68719 w 109954"/>
                <a:gd name="connsiteY15" fmla="*/ 111252 h 114644"/>
                <a:gd name="connsiteX16" fmla="*/ 49259 w 109954"/>
                <a:gd name="connsiteY16" fmla="*/ 114645 h 114644"/>
                <a:gd name="connsiteX17" fmla="*/ 54787 w 109954"/>
                <a:gd name="connsiteY17" fmla="*/ 91372 h 114644"/>
                <a:gd name="connsiteX18" fmla="*/ 71074 w 109954"/>
                <a:gd name="connsiteY18" fmla="*/ 86722 h 114644"/>
                <a:gd name="connsiteX19" fmla="*/ 81014 w 109954"/>
                <a:gd name="connsiteY19" fmla="*/ 74248 h 114644"/>
                <a:gd name="connsiteX20" fmla="*/ 84407 w 109954"/>
                <a:gd name="connsiteY20" fmla="*/ 57322 h 114644"/>
                <a:gd name="connsiteX21" fmla="*/ 81014 w 109954"/>
                <a:gd name="connsiteY21" fmla="*/ 39978 h 114644"/>
                <a:gd name="connsiteX22" fmla="*/ 71074 w 109954"/>
                <a:gd name="connsiteY22" fmla="*/ 27823 h 114644"/>
                <a:gd name="connsiteX23" fmla="*/ 54588 w 109954"/>
                <a:gd name="connsiteY23" fmla="*/ 23272 h 114644"/>
                <a:gd name="connsiteX24" fmla="*/ 37882 w 109954"/>
                <a:gd name="connsiteY24" fmla="*/ 28022 h 114644"/>
                <a:gd name="connsiteX25" fmla="*/ 28581 w 109954"/>
                <a:gd name="connsiteY25" fmla="*/ 40497 h 114644"/>
                <a:gd name="connsiteX26" fmla="*/ 25627 w 109954"/>
                <a:gd name="connsiteY26" fmla="*/ 57302 h 114644"/>
                <a:gd name="connsiteX27" fmla="*/ 28581 w 109954"/>
                <a:gd name="connsiteY27" fmla="*/ 74427 h 114644"/>
                <a:gd name="connsiteX28" fmla="*/ 38102 w 109954"/>
                <a:gd name="connsiteY28" fmla="*/ 86802 h 114644"/>
                <a:gd name="connsiteX29" fmla="*/ 54807 w 109954"/>
                <a:gd name="connsiteY29" fmla="*/ 91352 h 11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954" h="114644">
                  <a:moveTo>
                    <a:pt x="49279" y="114625"/>
                  </a:moveTo>
                  <a:cubicBezTo>
                    <a:pt x="40956" y="114625"/>
                    <a:pt x="33691" y="113168"/>
                    <a:pt x="27503" y="110294"/>
                  </a:cubicBezTo>
                  <a:cubicBezTo>
                    <a:pt x="21296" y="107400"/>
                    <a:pt x="16187" y="103388"/>
                    <a:pt x="12175" y="98238"/>
                  </a:cubicBezTo>
                  <a:cubicBezTo>
                    <a:pt x="8163" y="93089"/>
                    <a:pt x="5129" y="87061"/>
                    <a:pt x="3074" y="80155"/>
                  </a:cubicBezTo>
                  <a:cubicBezTo>
                    <a:pt x="1038" y="73250"/>
                    <a:pt x="0" y="65845"/>
                    <a:pt x="0" y="57941"/>
                  </a:cubicBezTo>
                  <a:cubicBezTo>
                    <a:pt x="0" y="46804"/>
                    <a:pt x="1936" y="36864"/>
                    <a:pt x="5808" y="28122"/>
                  </a:cubicBezTo>
                  <a:cubicBezTo>
                    <a:pt x="9680" y="19380"/>
                    <a:pt x="15528" y="12514"/>
                    <a:pt x="23352" y="7505"/>
                  </a:cubicBezTo>
                  <a:cubicBezTo>
                    <a:pt x="31176" y="2495"/>
                    <a:pt x="40876" y="0"/>
                    <a:pt x="52432" y="0"/>
                  </a:cubicBezTo>
                  <a:cubicBezTo>
                    <a:pt x="58779" y="0"/>
                    <a:pt x="64767" y="1098"/>
                    <a:pt x="70415" y="3273"/>
                  </a:cubicBezTo>
                  <a:cubicBezTo>
                    <a:pt x="76044" y="5469"/>
                    <a:pt x="80774" y="8742"/>
                    <a:pt x="84586" y="13113"/>
                  </a:cubicBezTo>
                  <a:lnTo>
                    <a:pt x="85424" y="1697"/>
                  </a:lnTo>
                  <a:lnTo>
                    <a:pt x="109954" y="1697"/>
                  </a:lnTo>
                  <a:lnTo>
                    <a:pt x="109954" y="113148"/>
                  </a:lnTo>
                  <a:lnTo>
                    <a:pt x="85005" y="113148"/>
                  </a:lnTo>
                  <a:lnTo>
                    <a:pt x="84367" y="100673"/>
                  </a:lnTo>
                  <a:cubicBezTo>
                    <a:pt x="80135" y="105463"/>
                    <a:pt x="74926" y="108996"/>
                    <a:pt x="68719" y="111252"/>
                  </a:cubicBezTo>
                  <a:cubicBezTo>
                    <a:pt x="62512" y="113507"/>
                    <a:pt x="56025" y="114645"/>
                    <a:pt x="49259" y="114645"/>
                  </a:cubicBezTo>
                  <a:close/>
                  <a:moveTo>
                    <a:pt x="54787" y="91372"/>
                  </a:moveTo>
                  <a:cubicBezTo>
                    <a:pt x="61274" y="91372"/>
                    <a:pt x="66703" y="89816"/>
                    <a:pt x="71074" y="86722"/>
                  </a:cubicBezTo>
                  <a:cubicBezTo>
                    <a:pt x="75445" y="83628"/>
                    <a:pt x="78758" y="79457"/>
                    <a:pt x="81014" y="74248"/>
                  </a:cubicBezTo>
                  <a:cubicBezTo>
                    <a:pt x="83269" y="69038"/>
                    <a:pt x="84407" y="63390"/>
                    <a:pt x="84407" y="57322"/>
                  </a:cubicBezTo>
                  <a:cubicBezTo>
                    <a:pt x="84407" y="50836"/>
                    <a:pt x="83269" y="45048"/>
                    <a:pt x="81014" y="39978"/>
                  </a:cubicBezTo>
                  <a:cubicBezTo>
                    <a:pt x="78758" y="34908"/>
                    <a:pt x="75445" y="30857"/>
                    <a:pt x="71074" y="27823"/>
                  </a:cubicBezTo>
                  <a:cubicBezTo>
                    <a:pt x="66703" y="24789"/>
                    <a:pt x="61194" y="23272"/>
                    <a:pt x="54588" y="23272"/>
                  </a:cubicBezTo>
                  <a:cubicBezTo>
                    <a:pt x="47981" y="23272"/>
                    <a:pt x="42113" y="24849"/>
                    <a:pt x="37882" y="28022"/>
                  </a:cubicBezTo>
                  <a:cubicBezTo>
                    <a:pt x="33651" y="31196"/>
                    <a:pt x="30557" y="35347"/>
                    <a:pt x="28581" y="40497"/>
                  </a:cubicBezTo>
                  <a:cubicBezTo>
                    <a:pt x="26605" y="45646"/>
                    <a:pt x="25627" y="51255"/>
                    <a:pt x="25627" y="57302"/>
                  </a:cubicBezTo>
                  <a:cubicBezTo>
                    <a:pt x="25627" y="63350"/>
                    <a:pt x="26605" y="69218"/>
                    <a:pt x="28581" y="74427"/>
                  </a:cubicBezTo>
                  <a:cubicBezTo>
                    <a:pt x="30557" y="79637"/>
                    <a:pt x="33731" y="83768"/>
                    <a:pt x="38102" y="86802"/>
                  </a:cubicBezTo>
                  <a:cubicBezTo>
                    <a:pt x="42473" y="89836"/>
                    <a:pt x="48041" y="91352"/>
                    <a:pt x="54807" y="9135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DA82B58-A2F5-1597-1851-6F67E795591C}"/>
                </a:ext>
              </a:extLst>
            </p:cNvPr>
            <p:cNvSpPr/>
            <p:nvPr/>
          </p:nvSpPr>
          <p:spPr>
            <a:xfrm>
              <a:off x="11274549" y="2832164"/>
              <a:ext cx="25807" cy="149533"/>
            </a:xfrm>
            <a:custGeom>
              <a:avLst/>
              <a:gdLst>
                <a:gd name="connsiteX0" fmla="*/ 0 w 25807"/>
                <a:gd name="connsiteY0" fmla="*/ 149533 h 149533"/>
                <a:gd name="connsiteX1" fmla="*/ 0 w 25807"/>
                <a:gd name="connsiteY1" fmla="*/ 0 h 149533"/>
                <a:gd name="connsiteX2" fmla="*/ 25807 w 25807"/>
                <a:gd name="connsiteY2" fmla="*/ 0 h 149533"/>
                <a:gd name="connsiteX3" fmla="*/ 25807 w 25807"/>
                <a:gd name="connsiteY3" fmla="*/ 149533 h 149533"/>
                <a:gd name="connsiteX4" fmla="*/ 0 w 25807"/>
                <a:gd name="connsiteY4" fmla="*/ 149533 h 149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07" h="149533">
                  <a:moveTo>
                    <a:pt x="0" y="149533"/>
                  </a:moveTo>
                  <a:lnTo>
                    <a:pt x="0" y="0"/>
                  </a:lnTo>
                  <a:lnTo>
                    <a:pt x="25807" y="0"/>
                  </a:lnTo>
                  <a:lnTo>
                    <a:pt x="25807" y="149533"/>
                  </a:lnTo>
                  <a:lnTo>
                    <a:pt x="0" y="149533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BD9F0A94-0A7B-90C8-C775-187B4E636E7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635014" y="2538522"/>
            <a:ext cx="2152287" cy="2310056"/>
          </a:xfrm>
          <a:custGeom>
            <a:avLst/>
            <a:gdLst>
              <a:gd name="connsiteX0" fmla="*/ 895710 w 2097495"/>
              <a:gd name="connsiteY0" fmla="*/ 0 h 1940514"/>
              <a:gd name="connsiteX1" fmla="*/ 1017630 w 2097495"/>
              <a:gd name="connsiteY1" fmla="*/ 0 h 1940514"/>
              <a:gd name="connsiteX2" fmla="*/ 1079865 w 2097495"/>
              <a:gd name="connsiteY2" fmla="*/ 0 h 1940514"/>
              <a:gd name="connsiteX3" fmla="*/ 1201785 w 2097495"/>
              <a:gd name="connsiteY3" fmla="*/ 0 h 1940514"/>
              <a:gd name="connsiteX4" fmla="*/ 2097495 w 2097495"/>
              <a:gd name="connsiteY4" fmla="*/ 777487 h 1940514"/>
              <a:gd name="connsiteX5" fmla="*/ 2097495 w 2097495"/>
              <a:gd name="connsiteY5" fmla="*/ 1159426 h 1940514"/>
              <a:gd name="connsiteX6" fmla="*/ 2097495 w 2097495"/>
              <a:gd name="connsiteY6" fmla="*/ 1163028 h 1940514"/>
              <a:gd name="connsiteX7" fmla="*/ 1201785 w 2097495"/>
              <a:gd name="connsiteY7" fmla="*/ 1940514 h 1940514"/>
              <a:gd name="connsiteX8" fmla="*/ 1079865 w 2097495"/>
              <a:gd name="connsiteY8" fmla="*/ 1940514 h 1940514"/>
              <a:gd name="connsiteX9" fmla="*/ 1017630 w 2097495"/>
              <a:gd name="connsiteY9" fmla="*/ 1940514 h 1940514"/>
              <a:gd name="connsiteX10" fmla="*/ 895710 w 2097495"/>
              <a:gd name="connsiteY10" fmla="*/ 1940514 h 1940514"/>
              <a:gd name="connsiteX11" fmla="*/ 0 w 2097495"/>
              <a:gd name="connsiteY11" fmla="*/ 1163028 h 1940514"/>
              <a:gd name="connsiteX12" fmla="*/ 0 w 2097495"/>
              <a:gd name="connsiteY12" fmla="*/ 777487 h 1940514"/>
              <a:gd name="connsiteX13" fmla="*/ 895710 w 2097495"/>
              <a:gd name="connsiteY13" fmla="*/ 0 h 19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7495" h="1940514">
                <a:moveTo>
                  <a:pt x="895710" y="0"/>
                </a:moveTo>
                <a:lnTo>
                  <a:pt x="1017630" y="0"/>
                </a:lnTo>
                <a:lnTo>
                  <a:pt x="1079865" y="0"/>
                </a:lnTo>
                <a:lnTo>
                  <a:pt x="1201785" y="0"/>
                </a:lnTo>
                <a:cubicBezTo>
                  <a:pt x="1837106" y="0"/>
                  <a:pt x="2097495" y="226021"/>
                  <a:pt x="2097495" y="777487"/>
                </a:cubicBezTo>
                <a:cubicBezTo>
                  <a:pt x="2097495" y="777487"/>
                  <a:pt x="2097495" y="1083038"/>
                  <a:pt x="2097495" y="1159426"/>
                </a:cubicBezTo>
                <a:lnTo>
                  <a:pt x="2097495" y="1163028"/>
                </a:lnTo>
                <a:cubicBezTo>
                  <a:pt x="2097495" y="1714493"/>
                  <a:pt x="1837106" y="1940514"/>
                  <a:pt x="1201785" y="1940514"/>
                </a:cubicBezTo>
                <a:lnTo>
                  <a:pt x="1079865" y="1940514"/>
                </a:lnTo>
                <a:lnTo>
                  <a:pt x="1017630" y="1940514"/>
                </a:lnTo>
                <a:lnTo>
                  <a:pt x="895710" y="1940514"/>
                </a:lnTo>
                <a:cubicBezTo>
                  <a:pt x="260389" y="1940514"/>
                  <a:pt x="0" y="1714493"/>
                  <a:pt x="0" y="1163028"/>
                </a:cubicBezTo>
                <a:lnTo>
                  <a:pt x="0" y="777487"/>
                </a:lnTo>
                <a:cubicBezTo>
                  <a:pt x="0" y="226021"/>
                  <a:pt x="260389" y="0"/>
                  <a:pt x="89571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157495-FF4D-963A-D115-EE8DF141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CC6081-6876-BB35-80CB-86909BBE13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9DB890B-FF20-F6E8-B60C-C1F33A89E7DC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7BEFEB-A924-A9C8-AAEC-0BB4C8760DEA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7E51E17-F1C0-A533-756C-7DED51EDA2DA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B1FA-63A7-BFCB-DE50-B67B97AB7BEC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75AADA-9FA2-9F94-A643-982431875009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61" name="Text Placeholder 23">
            <a:extLst>
              <a:ext uri="{FF2B5EF4-FFF2-40B4-BE49-F238E27FC236}">
                <a16:creationId xmlns:a16="http://schemas.microsoft.com/office/drawing/2014/main" id="{9119EECE-EFA9-0B14-9032-55027E6EEC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2559" y="1818811"/>
            <a:ext cx="3389498" cy="54410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  <a:lumOff val="2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6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Seamless,connected</a:t>
            </a:r>
            <a:r>
              <a:rPr lang="en-US" dirty="0"/>
              <a:t>, personal</a:t>
            </a:r>
            <a:endParaRPr lang="en-IL" dirty="0"/>
          </a:p>
        </p:txBody>
      </p:sp>
      <p:sp>
        <p:nvSpPr>
          <p:cNvPr id="60" name="Text Placeholder 23">
            <a:extLst>
              <a:ext uri="{FF2B5EF4-FFF2-40B4-BE49-F238E27FC236}">
                <a16:creationId xmlns:a16="http://schemas.microsoft.com/office/drawing/2014/main" id="{00141125-5586-381B-0F71-2BFA8ED175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0456" y="4975189"/>
            <a:ext cx="1853775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68000">
                <a:schemeClr val="accent1"/>
              </a:gs>
            </a:gsLst>
            <a:lin ang="81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4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 defTabSz="941900" rtl="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That’s so </a:t>
            </a:r>
            <a:r>
              <a:rPr lang="en-US" dirty="0" err="1"/>
              <a:t>NiCE</a:t>
            </a:r>
            <a:endParaRPr lang="en-IL" dirty="0"/>
          </a:p>
        </p:txBody>
      </p:sp>
      <p:sp>
        <p:nvSpPr>
          <p:cNvPr id="62" name="Text Placeholder 13">
            <a:extLst>
              <a:ext uri="{FF2B5EF4-FFF2-40B4-BE49-F238E27FC236}">
                <a16:creationId xmlns:a16="http://schemas.microsoft.com/office/drawing/2014/main" id="{A125D88C-53F5-1B2E-8726-DF32E63B1A5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7461475" cy="5109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18104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l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BBB838-EA7B-0615-94BB-A897D382CD02}"/>
              </a:ext>
            </a:extLst>
          </p:cNvPr>
          <p:cNvSpPr/>
          <p:nvPr userDrawn="1"/>
        </p:nvSpPr>
        <p:spPr>
          <a:xfrm>
            <a:off x="6096000" y="188913"/>
            <a:ext cx="5904000" cy="6480000"/>
          </a:xfrm>
          <a:prstGeom prst="roundRect">
            <a:avLst>
              <a:gd name="adj" fmla="val 4454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9721" t="-679" r="-16432" b="-212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F1FF82-73E2-C1FE-5222-5F1530DE72F0}"/>
              </a:ext>
            </a:extLst>
          </p:cNvPr>
          <p:cNvGrpSpPr/>
          <p:nvPr userDrawn="1"/>
        </p:nvGrpSpPr>
        <p:grpSpPr>
          <a:xfrm>
            <a:off x="11185058" y="6349309"/>
            <a:ext cx="549168" cy="206018"/>
            <a:chOff x="11170372" y="6487729"/>
            <a:chExt cx="549168" cy="2060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05BE3B9-F342-337E-1652-B241C31922BC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E95DB1-00B5-E5B4-CD41-1BF7360FAC7C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1B6ED0-F453-8A25-AAA4-94BB9E64610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88CB84A-E543-BB0F-8146-36197D75DA1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2CE6EBF-0BE4-5403-9D93-D58B8FF62FC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020A74E-50F9-89B5-EF78-EA64AECC16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DC52293-5258-5864-6265-77870EBC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50" y="648000"/>
            <a:ext cx="5523450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06771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lor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4F1FF82-73E2-C1FE-5222-5F1530DE72F0}"/>
              </a:ext>
            </a:extLst>
          </p:cNvPr>
          <p:cNvGrpSpPr/>
          <p:nvPr userDrawn="1"/>
        </p:nvGrpSpPr>
        <p:grpSpPr>
          <a:xfrm>
            <a:off x="11185058" y="6349309"/>
            <a:ext cx="549168" cy="206018"/>
            <a:chOff x="11170372" y="6487729"/>
            <a:chExt cx="549168" cy="2060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05BE3B9-F342-337E-1652-B241C31922BC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E95DB1-00B5-E5B4-CD41-1BF7360FAC7C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1B6ED0-F453-8A25-AAA4-94BB9E64610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88CB84A-E543-BB0F-8146-36197D75DA1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2CE6EBF-0BE4-5403-9D93-D58B8FF62FC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020A74E-50F9-89B5-EF78-EA64AECC16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BBB838-EA7B-0615-94BB-A897D382CD02}"/>
              </a:ext>
            </a:extLst>
          </p:cNvPr>
          <p:cNvSpPr/>
          <p:nvPr userDrawn="1"/>
        </p:nvSpPr>
        <p:spPr>
          <a:xfrm>
            <a:off x="6096001" y="188913"/>
            <a:ext cx="5903912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 l="-44390" r="-2814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425045-DCE8-C07B-0C3A-AD50EAD048BA}"/>
              </a:ext>
            </a:extLst>
          </p:cNvPr>
          <p:cNvGrpSpPr/>
          <p:nvPr userDrawn="1"/>
        </p:nvGrpSpPr>
        <p:grpSpPr>
          <a:xfrm>
            <a:off x="11177980" y="6346161"/>
            <a:ext cx="549168" cy="206018"/>
            <a:chOff x="11170372" y="6487729"/>
            <a:chExt cx="549168" cy="206018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E971998-DA50-C45B-7680-2921DE54134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8A92007-F6CB-91F6-22F8-350C31B9B7D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20CC61-FDC1-9D2D-E748-BB9A2CC0AAA6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86F237-85D3-E0D9-FC18-8811250154C5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CAA370D-999F-33C4-BF29-F376956A6BCC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67080871-FE17-60B3-5D40-5B814A1A2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50" y="648000"/>
            <a:ext cx="5523450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34407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188394AE-6768-F871-5C89-8C499F0B05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088" y="1142119"/>
            <a:ext cx="5879940" cy="5519739"/>
          </a:xfrm>
          <a:prstGeom prst="roundRect">
            <a:avLst>
              <a:gd name="adj" fmla="val 3664"/>
            </a:avLst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F956579-F095-22CC-E41D-AEE476F9E0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BDA48E6-EB87-7B4A-3833-93363694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7DC795-B8B7-ACE2-86F9-2673F80F44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6733" y="1296000"/>
            <a:ext cx="5472355" cy="509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2828512-65B1-0321-7329-6C53182B1D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6138B1-E7BA-75A5-B792-CC5DD7AB7CFB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1C4D682-7247-D7DA-D679-9680E70BFE15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194A23-E1A7-2C98-3829-E3372AA0507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B86A34A-6C36-BC76-72D4-6DB0CE6FC1C9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06F44E-0A32-1F94-ADF2-A268A0EC2F86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60FE63C-433B-6437-6530-5E7D89ED92DB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D0E7D04-AB0E-ED09-DF94-8DCEFDCCB6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37185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olu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6FCAE27-7787-AEC7-ECAE-830CC379BB9E}"/>
              </a:ext>
            </a:extLst>
          </p:cNvPr>
          <p:cNvSpPr/>
          <p:nvPr userDrawn="1"/>
        </p:nvSpPr>
        <p:spPr>
          <a:xfrm>
            <a:off x="6096000" y="1058946"/>
            <a:ext cx="5903913" cy="6480000"/>
          </a:xfrm>
          <a:prstGeom prst="roundRect">
            <a:avLst>
              <a:gd name="adj" fmla="val 4454"/>
            </a:avLst>
          </a:prstGeom>
          <a:solidFill>
            <a:schemeClr val="bg2"/>
          </a:solidFill>
        </p:spPr>
        <p:txBody>
          <a:bodyPr vert="horz" wrap="square" lIns="0" tIns="0" rIns="0" bIns="0" rtlCol="0">
            <a:noAutofit/>
          </a:bodyPr>
          <a:lstStyle/>
          <a:p>
            <a:pPr lvl="0" indent="0" defTabSz="94190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</a:pPr>
            <a:endParaRPr lang="en-IL" sz="2200" baseline="0">
              <a:solidFill>
                <a:schemeClr val="tx2"/>
              </a:solidFill>
              <a:latin typeface="Be Vietnam Medium" panose="00000600000000000000" pitchFamily="2" charset="0"/>
              <a:cs typeface="Arial" panose="020B0604020202020204" pitchFamily="34" charset="0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F956579-F095-22CC-E41D-AEE476F9E0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5A44CD8F-EF3C-FF01-DD65-9F8A735E47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6733" y="1296000"/>
            <a:ext cx="5478097" cy="509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1FA140C-EFF0-4728-88E8-92126E3149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D20DD78B-A136-D993-F172-CC45B68367B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09A7EF72-DC22-63BE-22F8-C95CC94F9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49" y="648000"/>
            <a:ext cx="10935401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36037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250EAB-6064-F53B-740F-8342C66BFD80}"/>
              </a:ext>
            </a:extLst>
          </p:cNvPr>
          <p:cNvSpPr/>
          <p:nvPr userDrawn="1"/>
        </p:nvSpPr>
        <p:spPr>
          <a:xfrm>
            <a:off x="4823620" y="2578573"/>
            <a:ext cx="1898047" cy="1156898"/>
          </a:xfrm>
          <a:custGeom>
            <a:avLst/>
            <a:gdLst>
              <a:gd name="connsiteX0" fmla="*/ 1172791 w 1898047"/>
              <a:gd name="connsiteY0" fmla="*/ 0 h 1156898"/>
              <a:gd name="connsiteX1" fmla="*/ 674246 w 1898047"/>
              <a:gd name="connsiteY1" fmla="*/ 0 h 1156898"/>
              <a:gd name="connsiteX2" fmla="*/ 0 w 1898047"/>
              <a:gd name="connsiteY2" fmla="*/ 581783 h 1156898"/>
              <a:gd name="connsiteX3" fmla="*/ 674246 w 1898047"/>
              <a:gd name="connsiteY3" fmla="*/ 1156899 h 1156898"/>
              <a:gd name="connsiteX4" fmla="*/ 1223801 w 1898047"/>
              <a:gd name="connsiteY4" fmla="*/ 1156899 h 1156898"/>
              <a:gd name="connsiteX5" fmla="*/ 1898047 w 1898047"/>
              <a:gd name="connsiteY5" fmla="*/ 575116 h 1156898"/>
              <a:gd name="connsiteX6" fmla="*/ 1223801 w 1898047"/>
              <a:gd name="connsiteY6" fmla="*/ 0 h 1156898"/>
              <a:gd name="connsiteX7" fmla="*/ 1172791 w 1898047"/>
              <a:gd name="connsiteY7" fmla="*/ 0 h 1156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8047" h="1156898">
                <a:moveTo>
                  <a:pt x="1172791" y="0"/>
                </a:moveTo>
                <a:lnTo>
                  <a:pt x="674246" y="0"/>
                </a:lnTo>
                <a:cubicBezTo>
                  <a:pt x="218155" y="0"/>
                  <a:pt x="0" y="145362"/>
                  <a:pt x="0" y="581783"/>
                </a:cubicBezTo>
                <a:cubicBezTo>
                  <a:pt x="0" y="1018204"/>
                  <a:pt x="171812" y="1156899"/>
                  <a:pt x="674246" y="1156899"/>
                </a:cubicBezTo>
                <a:lnTo>
                  <a:pt x="1223801" y="1156899"/>
                </a:lnTo>
                <a:cubicBezTo>
                  <a:pt x="1679893" y="1156899"/>
                  <a:pt x="1898047" y="1011536"/>
                  <a:pt x="1898047" y="575116"/>
                </a:cubicBezTo>
                <a:cubicBezTo>
                  <a:pt x="1898047" y="138695"/>
                  <a:pt x="1726236" y="0"/>
                  <a:pt x="1223801" y="0"/>
                </a:cubicBezTo>
                <a:lnTo>
                  <a:pt x="1172791" y="0"/>
                </a:lnTo>
                <a:close/>
              </a:path>
            </a:pathLst>
          </a:custGeom>
          <a:noFill/>
          <a:ln w="11100" cap="flat">
            <a:noFill/>
            <a:prstDash val="solid"/>
            <a:miter/>
          </a:ln>
        </p:spPr>
        <p:txBody>
          <a:bodyPr rtlCol="0" anchor="ctr"/>
          <a:lstStyle/>
          <a:p>
            <a:endParaRPr lang="en-IL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82D3BF27-30BB-94FB-DE42-434D41FF05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84503" y="5190321"/>
            <a:ext cx="3582405" cy="57183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8000">
                <a:schemeClr val="accent1"/>
              </a:gs>
              <a:gs pos="100000">
                <a:schemeClr val="accent2"/>
              </a:gs>
              <a:gs pos="82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15F0FA46-2F7D-9A42-3E98-B8432B52D2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7018" y="5865838"/>
            <a:ext cx="2078688" cy="506349"/>
          </a:xfrm>
          <a:prstGeom prst="roundRect">
            <a:avLst>
              <a:gd name="adj" fmla="val 50000"/>
            </a:avLst>
          </a:prstGeom>
          <a:solidFill>
            <a:schemeClr val="tx2">
              <a:alpha val="64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lang="en-IL" sz="2000" b="0" kern="1200" baseline="0" dirty="0">
                <a:solidFill>
                  <a:schemeClr val="bg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8" name="Picture Placeholder 59">
            <a:extLst>
              <a:ext uri="{FF2B5EF4-FFF2-40B4-BE49-F238E27FC236}">
                <a16:creationId xmlns:a16="http://schemas.microsoft.com/office/drawing/2014/main" id="{DF2699D3-5FE9-1A29-C124-3391372E9F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47234" y="261679"/>
            <a:ext cx="4162775" cy="4778270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A27FE5A8-5658-99BE-D0C1-F85AC30AFF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7A18993D-81F5-602B-ADE2-C683F74CDEE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EEE8B2-E7A8-B89F-21AA-F9FF2A5BD106}"/>
              </a:ext>
            </a:extLst>
          </p:cNvPr>
          <p:cNvGrpSpPr/>
          <p:nvPr userDrawn="1"/>
        </p:nvGrpSpPr>
        <p:grpSpPr>
          <a:xfrm>
            <a:off x="11033931" y="712787"/>
            <a:ext cx="715157" cy="26828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D74A99-98F8-F03D-C3E3-CE65025B9650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ED410D8-002E-B30D-D568-73B3808902EA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E5D9519-D543-AED9-1D02-DA6DF180A90A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B81BAC0-52ED-6C60-3C3B-3DB336397907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0D113F2-EF03-23A6-BB13-50AB59B60658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63AD1ED0-30E1-EFCA-5767-9326A025BC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6909" y="5865837"/>
            <a:ext cx="512771" cy="50634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FontTx/>
              <a:buNone/>
              <a:defRPr lang="en-IL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3" name="Text Placeholder 66">
            <a:extLst>
              <a:ext uri="{FF2B5EF4-FFF2-40B4-BE49-F238E27FC236}">
                <a16:creationId xmlns:a16="http://schemas.microsoft.com/office/drawing/2014/main" id="{461E1AA0-9C9A-8C69-6BA1-3641D6BB91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0712" y="6015400"/>
            <a:ext cx="287939" cy="287916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horz" wrap="square" lIns="0" tIns="0" rIns="0" bIns="0" rtlCol="0">
            <a:noAutofit/>
          </a:bodyPr>
          <a:lstStyle>
            <a:lvl1pPr marL="0" indent="0">
              <a:buFontTx/>
              <a:buNone/>
              <a:defRPr lang="en-IL" dirty="0"/>
            </a:lvl1pPr>
          </a:lstStyle>
          <a:p>
            <a:pPr marL="0" lvl="0" indent="0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63583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C4A53FB-F1BD-BF4E-F19B-E7747A17AA5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91913" y="188913"/>
            <a:ext cx="11808000" cy="6480000"/>
          </a:xfrm>
          <a:prstGeom prst="roundRect">
            <a:avLst>
              <a:gd name="adj" fmla="val 4676"/>
            </a:avLst>
          </a:prstGeo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  </a:t>
            </a:r>
            <a:endParaRPr lang="en-IL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2A24DE4-F1F5-9E01-A03C-31081A1758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7466" y="4139504"/>
            <a:ext cx="4167348" cy="79928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66000">
                <a:schemeClr val="accent2"/>
              </a:gs>
              <a:gs pos="36000">
                <a:schemeClr val="accent1"/>
              </a:gs>
            </a:gsLst>
            <a:lin ang="13800000" scaled="0"/>
            <a:tileRect/>
          </a:gradFill>
        </p:spPr>
        <p:txBody>
          <a:bodyPr anchor="ctr"/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C3317BA3-C978-94DB-4FD8-C212494602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259" y="4476728"/>
            <a:ext cx="809419" cy="7992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C8C23D-8D1D-2662-C701-CAF9C5ED8131}"/>
              </a:ext>
            </a:extLst>
          </p:cNvPr>
          <p:cNvGrpSpPr/>
          <p:nvPr userDrawn="1"/>
        </p:nvGrpSpPr>
        <p:grpSpPr>
          <a:xfrm>
            <a:off x="9550240" y="5504379"/>
            <a:ext cx="446127" cy="445944"/>
            <a:chOff x="6731336" y="5075464"/>
            <a:chExt cx="446127" cy="44594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9A7419-30CE-3648-E047-7B776823E633}"/>
                </a:ext>
              </a:extLst>
            </p:cNvPr>
            <p:cNvSpPr/>
            <p:nvPr userDrawn="1"/>
          </p:nvSpPr>
          <p:spPr>
            <a:xfrm>
              <a:off x="6731336" y="5076215"/>
              <a:ext cx="117904" cy="117904"/>
            </a:xfrm>
            <a:custGeom>
              <a:avLst/>
              <a:gdLst>
                <a:gd name="connsiteX0" fmla="*/ 69903 w 69902"/>
                <a:gd name="connsiteY0" fmla="*/ 34785 h 69902"/>
                <a:gd name="connsiteX1" fmla="*/ 35118 w 69902"/>
                <a:gd name="connsiteY1" fmla="*/ 69903 h 69902"/>
                <a:gd name="connsiteX2" fmla="*/ 0 w 69902"/>
                <a:gd name="connsiteY2" fmla="*/ 35118 h 69902"/>
                <a:gd name="connsiteX3" fmla="*/ 34785 w 69902"/>
                <a:gd name="connsiteY3" fmla="*/ 0 h 69902"/>
                <a:gd name="connsiteX4" fmla="*/ 69903 w 69902"/>
                <a:gd name="connsiteY4" fmla="*/ 34785 h 6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902" h="69902">
                  <a:moveTo>
                    <a:pt x="69903" y="34785"/>
                  </a:moveTo>
                  <a:cubicBezTo>
                    <a:pt x="69903" y="54122"/>
                    <a:pt x="54344" y="69792"/>
                    <a:pt x="35118" y="69903"/>
                  </a:cubicBezTo>
                  <a:cubicBezTo>
                    <a:pt x="15781" y="69903"/>
                    <a:pt x="111" y="54344"/>
                    <a:pt x="0" y="35118"/>
                  </a:cubicBezTo>
                  <a:cubicBezTo>
                    <a:pt x="0" y="15781"/>
                    <a:pt x="15559" y="111"/>
                    <a:pt x="34785" y="0"/>
                  </a:cubicBezTo>
                  <a:cubicBezTo>
                    <a:pt x="54122" y="0"/>
                    <a:pt x="69792" y="15448"/>
                    <a:pt x="69903" y="34785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89300C5-C998-F3C6-B418-8DFA7AAC8B53}"/>
                </a:ext>
              </a:extLst>
            </p:cNvPr>
            <p:cNvSpPr/>
            <p:nvPr userDrawn="1"/>
          </p:nvSpPr>
          <p:spPr>
            <a:xfrm>
              <a:off x="6900227" y="5075464"/>
              <a:ext cx="117904" cy="117904"/>
            </a:xfrm>
            <a:custGeom>
              <a:avLst/>
              <a:gdLst>
                <a:gd name="connsiteX0" fmla="*/ 69903 w 69902"/>
                <a:gd name="connsiteY0" fmla="*/ 34785 h 69902"/>
                <a:gd name="connsiteX1" fmla="*/ 35118 w 69902"/>
                <a:gd name="connsiteY1" fmla="*/ 69903 h 69902"/>
                <a:gd name="connsiteX2" fmla="*/ 0 w 69902"/>
                <a:gd name="connsiteY2" fmla="*/ 35118 h 69902"/>
                <a:gd name="connsiteX3" fmla="*/ 34785 w 69902"/>
                <a:gd name="connsiteY3" fmla="*/ 0 h 69902"/>
                <a:gd name="connsiteX4" fmla="*/ 69903 w 69902"/>
                <a:gd name="connsiteY4" fmla="*/ 34785 h 6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902" h="69902">
                  <a:moveTo>
                    <a:pt x="69903" y="34785"/>
                  </a:moveTo>
                  <a:cubicBezTo>
                    <a:pt x="69903" y="54122"/>
                    <a:pt x="54344" y="69792"/>
                    <a:pt x="35118" y="69903"/>
                  </a:cubicBezTo>
                  <a:cubicBezTo>
                    <a:pt x="15781" y="69903"/>
                    <a:pt x="111" y="54344"/>
                    <a:pt x="0" y="35118"/>
                  </a:cubicBezTo>
                  <a:cubicBezTo>
                    <a:pt x="0" y="15781"/>
                    <a:pt x="15559" y="111"/>
                    <a:pt x="34785" y="0"/>
                  </a:cubicBezTo>
                  <a:cubicBezTo>
                    <a:pt x="54122" y="0"/>
                    <a:pt x="69792" y="15448"/>
                    <a:pt x="69903" y="34785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4A5760-7DCD-23EA-C3BE-D2AAD2FF965E}"/>
                </a:ext>
              </a:extLst>
            </p:cNvPr>
            <p:cNvSpPr/>
            <p:nvPr userDrawn="1"/>
          </p:nvSpPr>
          <p:spPr>
            <a:xfrm>
              <a:off x="6850365" y="5192247"/>
              <a:ext cx="327098" cy="329161"/>
            </a:xfrm>
            <a:custGeom>
              <a:avLst/>
              <a:gdLst>
                <a:gd name="connsiteX0" fmla="*/ 222 w 193927"/>
                <a:gd name="connsiteY0" fmla="*/ 192150 h 195150"/>
                <a:gd name="connsiteX1" fmla="*/ 0 w 193927"/>
                <a:gd name="connsiteY1" fmla="*/ 140250 h 195150"/>
                <a:gd name="connsiteX2" fmla="*/ 3001 w 193927"/>
                <a:gd name="connsiteY2" fmla="*/ 137139 h 195150"/>
                <a:gd name="connsiteX3" fmla="*/ 135805 w 193927"/>
                <a:gd name="connsiteY3" fmla="*/ 3334 h 195150"/>
                <a:gd name="connsiteX4" fmla="*/ 138917 w 193927"/>
                <a:gd name="connsiteY4" fmla="*/ 222 h 195150"/>
                <a:gd name="connsiteX5" fmla="*/ 190816 w 193927"/>
                <a:gd name="connsiteY5" fmla="*/ 0 h 195150"/>
                <a:gd name="connsiteX6" fmla="*/ 193928 w 193927"/>
                <a:gd name="connsiteY6" fmla="*/ 3112 h 195150"/>
                <a:gd name="connsiteX7" fmla="*/ 3334 w 193927"/>
                <a:gd name="connsiteY7" fmla="*/ 195150 h 195150"/>
                <a:gd name="connsiteX8" fmla="*/ 222 w 193927"/>
                <a:gd name="connsiteY8" fmla="*/ 192039 h 19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927" h="195150">
                  <a:moveTo>
                    <a:pt x="222" y="192150"/>
                  </a:moveTo>
                  <a:lnTo>
                    <a:pt x="0" y="140250"/>
                  </a:lnTo>
                  <a:cubicBezTo>
                    <a:pt x="0" y="138583"/>
                    <a:pt x="1334" y="137139"/>
                    <a:pt x="3001" y="137139"/>
                  </a:cubicBezTo>
                  <a:cubicBezTo>
                    <a:pt x="75793" y="135249"/>
                    <a:pt x="134471" y="76126"/>
                    <a:pt x="135805" y="3334"/>
                  </a:cubicBezTo>
                  <a:cubicBezTo>
                    <a:pt x="135805" y="1667"/>
                    <a:pt x="137139" y="222"/>
                    <a:pt x="138917" y="222"/>
                  </a:cubicBezTo>
                  <a:lnTo>
                    <a:pt x="190816" y="0"/>
                  </a:lnTo>
                  <a:cubicBezTo>
                    <a:pt x="192483" y="0"/>
                    <a:pt x="193928" y="1334"/>
                    <a:pt x="193928" y="3112"/>
                  </a:cubicBezTo>
                  <a:cubicBezTo>
                    <a:pt x="192705" y="107911"/>
                    <a:pt x="108133" y="193150"/>
                    <a:pt x="3334" y="195150"/>
                  </a:cubicBezTo>
                  <a:cubicBezTo>
                    <a:pt x="1556" y="195150"/>
                    <a:pt x="222" y="193817"/>
                    <a:pt x="222" y="192039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7ACF0CA-95D1-67BC-3E51-680F5AA60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76126" y="4709593"/>
            <a:ext cx="468489" cy="468454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A27C8DC2-2AC6-7742-B89F-6850E414FA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955" y="5039616"/>
            <a:ext cx="2073477" cy="799282"/>
          </a:xfrm>
          <a:prstGeom prst="roundRect">
            <a:avLst>
              <a:gd name="adj" fmla="val 50000"/>
            </a:avLst>
          </a:prstGeom>
          <a:solidFill>
            <a:schemeClr val="tx1">
              <a:alpha val="57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F80B4C4C-6720-B9A3-6C8E-2BD321BD86F5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85E2A787-262C-38D7-6D37-E5C42E9D7B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03051" y="701134"/>
            <a:ext cx="1155808" cy="559881"/>
          </a:xfrm>
          <a:blipFill>
            <a:blip r:embed="rId2"/>
            <a:stretch>
              <a:fillRect/>
            </a:stretch>
          </a:blipFill>
        </p:spPr>
        <p:txBody>
          <a:bodyPr>
            <a:normAutofit fontScale="70000" lnSpcReduction="20000"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92147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CF2379BD-4B6E-7389-9CFA-DCDCE2C335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42443" y="188913"/>
            <a:ext cx="6257470" cy="6480000"/>
          </a:xfrm>
          <a:prstGeom prst="roundRect">
            <a:avLst>
              <a:gd name="adj" fmla="val 3667"/>
            </a:avLst>
          </a:prstGeo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  </a:t>
            </a:r>
            <a:endParaRPr lang="en-IL" dirty="0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71D4CE00-CD74-0D9C-12E5-FB3F76552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17886" y="4727892"/>
            <a:ext cx="648000" cy="64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27">
                <a:schemeClr val="accent5"/>
              </a:gs>
              <a:gs pos="100000">
                <a:schemeClr val="accent3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anchor="ctr"/>
          <a:lstStyle>
            <a:lvl1pPr>
              <a:defRPr lang="en-IL" sz="2000" dirty="0">
                <a:solidFill>
                  <a:schemeClr val="tx1"/>
                </a:solidFill>
              </a:defRPr>
            </a:lvl1pPr>
          </a:lstStyle>
          <a:p>
            <a:pPr marL="0" lvl="0" indent="0" algn="ctr" latinLnBrk="0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9" name="Text Placeholder 107">
            <a:extLst>
              <a:ext uri="{FF2B5EF4-FFF2-40B4-BE49-F238E27FC236}">
                <a16:creationId xmlns:a16="http://schemas.microsoft.com/office/drawing/2014/main" id="{9F493912-024E-E7DD-BC2E-813CC5507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08893" y="4927195"/>
            <a:ext cx="364157" cy="364129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F4EAFCFC-B89C-14A7-D53E-65A1C17E6C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9785" y="4748040"/>
            <a:ext cx="4412808" cy="647116"/>
          </a:xfrm>
          <a:prstGeom prst="roundRect">
            <a:avLst>
              <a:gd name="adj" fmla="val 50000"/>
            </a:avLst>
          </a:prstGeom>
          <a:solidFill>
            <a:schemeClr val="tx2">
              <a:alpha val="69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7A0C9479-9163-3C13-E079-89ED255E17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2440" y="4002646"/>
            <a:ext cx="2965311" cy="64711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73000">
                <a:schemeClr val="accent5"/>
              </a:gs>
            </a:gsLst>
            <a:lin ang="6600000" scaled="0"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01F2DC0-45A6-036A-EAD0-405856EB670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EF87A82-4709-F3AF-489E-74045D3916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03051" y="701134"/>
            <a:ext cx="1155808" cy="559881"/>
          </a:xfrm>
          <a:blipFill>
            <a:blip r:embed="rId2"/>
            <a:stretch>
              <a:fillRect/>
            </a:stretch>
          </a:blipFill>
        </p:spPr>
        <p:txBody>
          <a:bodyPr>
            <a:normAutofit fontScale="70000" lnSpcReduction="20000"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275917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1795FE-8A06-845A-F079-29EBD3124E62}"/>
              </a:ext>
            </a:extLst>
          </p:cNvPr>
          <p:cNvSpPr/>
          <p:nvPr userDrawn="1"/>
        </p:nvSpPr>
        <p:spPr>
          <a:xfrm>
            <a:off x="2400" y="0"/>
            <a:ext cx="121896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DBBD9F-501F-3BEE-DF46-09DB849FC8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" t="29" r="30" b="-2"/>
          <a:stretch/>
        </p:blipFill>
        <p:spPr>
          <a:xfrm>
            <a:off x="5892339" y="477608"/>
            <a:ext cx="5712722" cy="5902784"/>
          </a:xfrm>
          <a:prstGeom prst="rect">
            <a:avLst/>
          </a:prstGeom>
        </p:spPr>
      </p:pic>
      <p:sp>
        <p:nvSpPr>
          <p:cNvPr id="14" name="Rectangle 12">
            <a:extLst>
              <a:ext uri="{FF2B5EF4-FFF2-40B4-BE49-F238E27FC236}">
                <a16:creationId xmlns:a16="http://schemas.microsoft.com/office/drawing/2014/main" id="{EC39A783-94B4-4C19-AF9A-7872B04EE8C0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6301057" y="2948994"/>
            <a:ext cx="4743579" cy="891654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3600" b="1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AB58EBD-769D-C1DC-02C5-9BA7276C7EFA}"/>
              </a:ext>
            </a:extLst>
          </p:cNvPr>
          <p:cNvGrpSpPr/>
          <p:nvPr userDrawn="1"/>
        </p:nvGrpSpPr>
        <p:grpSpPr>
          <a:xfrm>
            <a:off x="1492250" y="2443500"/>
            <a:ext cx="3136899" cy="1769665"/>
            <a:chOff x="8061368" y="1596522"/>
            <a:chExt cx="3007258" cy="1696528"/>
          </a:xfrm>
          <a:solidFill>
            <a:schemeClr val="tx1"/>
          </a:solidFill>
        </p:grpSpPr>
        <p:grpSp>
          <p:nvGrpSpPr>
            <p:cNvPr id="50" name="Graphic 5">
              <a:extLst>
                <a:ext uri="{FF2B5EF4-FFF2-40B4-BE49-F238E27FC236}">
                  <a16:creationId xmlns:a16="http://schemas.microsoft.com/office/drawing/2014/main" id="{B5D240D6-3D9E-B60B-9AA4-A9D39462C2BF}"/>
                </a:ext>
              </a:extLst>
            </p:cNvPr>
            <p:cNvGrpSpPr/>
            <p:nvPr/>
          </p:nvGrpSpPr>
          <p:grpSpPr>
            <a:xfrm>
              <a:off x="8061368" y="1596522"/>
              <a:ext cx="1654321" cy="291445"/>
              <a:chOff x="8061368" y="1596522"/>
              <a:chExt cx="1654321" cy="291445"/>
            </a:xfrm>
            <a:grpFill/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480FFEF-F33D-3AE5-238B-3CE861BF87E4}"/>
                  </a:ext>
                </a:extLst>
              </p:cNvPr>
              <p:cNvSpPr/>
              <p:nvPr/>
            </p:nvSpPr>
            <p:spPr>
              <a:xfrm>
                <a:off x="8061368" y="1596522"/>
                <a:ext cx="260726" cy="291445"/>
              </a:xfrm>
              <a:custGeom>
                <a:avLst/>
                <a:gdLst>
                  <a:gd name="connsiteX0" fmla="*/ 137204 w 260726"/>
                  <a:gd name="connsiteY0" fmla="*/ 291446 h 291445"/>
                  <a:gd name="connsiteX1" fmla="*/ 62600 w 260726"/>
                  <a:gd name="connsiteY1" fmla="*/ 273505 h 291445"/>
                  <a:gd name="connsiteX2" fmla="*/ 15876 w 260726"/>
                  <a:gd name="connsiteY2" fmla="*/ 223037 h 291445"/>
                  <a:gd name="connsiteX3" fmla="*/ 0 w 260726"/>
                  <a:gd name="connsiteY3" fmla="*/ 147014 h 291445"/>
                  <a:gd name="connsiteX4" fmla="*/ 16263 w 260726"/>
                  <a:gd name="connsiteY4" fmla="*/ 69699 h 291445"/>
                  <a:gd name="connsiteX5" fmla="*/ 63116 w 260726"/>
                  <a:gd name="connsiteY5" fmla="*/ 18328 h 291445"/>
                  <a:gd name="connsiteX6" fmla="*/ 136817 w 260726"/>
                  <a:gd name="connsiteY6" fmla="*/ 0 h 291445"/>
                  <a:gd name="connsiteX7" fmla="*/ 195158 w 260726"/>
                  <a:gd name="connsiteY7" fmla="*/ 11100 h 291445"/>
                  <a:gd name="connsiteX8" fmla="*/ 236848 w 260726"/>
                  <a:gd name="connsiteY8" fmla="*/ 43756 h 291445"/>
                  <a:gd name="connsiteX9" fmla="*/ 256725 w 260726"/>
                  <a:gd name="connsiteY9" fmla="*/ 96675 h 291445"/>
                  <a:gd name="connsiteX10" fmla="*/ 201224 w 260726"/>
                  <a:gd name="connsiteY10" fmla="*/ 96675 h 291445"/>
                  <a:gd name="connsiteX11" fmla="*/ 180056 w 260726"/>
                  <a:gd name="connsiteY11" fmla="*/ 65440 h 291445"/>
                  <a:gd name="connsiteX12" fmla="*/ 137978 w 260726"/>
                  <a:gd name="connsiteY12" fmla="*/ 53952 h 291445"/>
                  <a:gd name="connsiteX13" fmla="*/ 91900 w 260726"/>
                  <a:gd name="connsiteY13" fmla="*/ 66989 h 291445"/>
                  <a:gd name="connsiteX14" fmla="*/ 67118 w 260726"/>
                  <a:gd name="connsiteY14" fmla="*/ 100806 h 291445"/>
                  <a:gd name="connsiteX15" fmla="*/ 59502 w 260726"/>
                  <a:gd name="connsiteY15" fmla="*/ 144432 h 291445"/>
                  <a:gd name="connsiteX16" fmla="*/ 67505 w 260726"/>
                  <a:gd name="connsiteY16" fmla="*/ 189478 h 291445"/>
                  <a:gd name="connsiteX17" fmla="*/ 93061 w 260726"/>
                  <a:gd name="connsiteY17" fmla="*/ 224070 h 291445"/>
                  <a:gd name="connsiteX18" fmla="*/ 139140 w 260726"/>
                  <a:gd name="connsiteY18" fmla="*/ 237364 h 291445"/>
                  <a:gd name="connsiteX19" fmla="*/ 169343 w 260726"/>
                  <a:gd name="connsiteY19" fmla="*/ 232330 h 291445"/>
                  <a:gd name="connsiteX20" fmla="*/ 191285 w 260726"/>
                  <a:gd name="connsiteY20" fmla="*/ 217616 h 291445"/>
                  <a:gd name="connsiteX21" fmla="*/ 203160 w 260726"/>
                  <a:gd name="connsiteY21" fmla="*/ 194641 h 291445"/>
                  <a:gd name="connsiteX22" fmla="*/ 260726 w 260726"/>
                  <a:gd name="connsiteY22" fmla="*/ 194641 h 291445"/>
                  <a:gd name="connsiteX23" fmla="*/ 239817 w 260726"/>
                  <a:gd name="connsiteY23" fmla="*/ 247303 h 291445"/>
                  <a:gd name="connsiteX24" fmla="*/ 195932 w 260726"/>
                  <a:gd name="connsiteY24" fmla="*/ 280087 h 291445"/>
                  <a:gd name="connsiteX25" fmla="*/ 137204 w 260726"/>
                  <a:gd name="connsiteY25" fmla="*/ 291187 h 291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60726" h="291445">
                    <a:moveTo>
                      <a:pt x="137204" y="291446"/>
                    </a:moveTo>
                    <a:cubicBezTo>
                      <a:pt x="107905" y="291446"/>
                      <a:pt x="83123" y="285508"/>
                      <a:pt x="62600" y="273505"/>
                    </a:cubicBezTo>
                    <a:cubicBezTo>
                      <a:pt x="42078" y="261630"/>
                      <a:pt x="26460" y="244721"/>
                      <a:pt x="15876" y="223037"/>
                    </a:cubicBezTo>
                    <a:cubicBezTo>
                      <a:pt x="5292" y="201353"/>
                      <a:pt x="0" y="175926"/>
                      <a:pt x="0" y="147014"/>
                    </a:cubicBezTo>
                    <a:cubicBezTo>
                      <a:pt x="0" y="118101"/>
                      <a:pt x="5421" y="91771"/>
                      <a:pt x="16263" y="69699"/>
                    </a:cubicBezTo>
                    <a:cubicBezTo>
                      <a:pt x="27105" y="47757"/>
                      <a:pt x="42723" y="30590"/>
                      <a:pt x="63116" y="18328"/>
                    </a:cubicBezTo>
                    <a:cubicBezTo>
                      <a:pt x="83510" y="6066"/>
                      <a:pt x="108034" y="0"/>
                      <a:pt x="136817" y="0"/>
                    </a:cubicBezTo>
                    <a:cubicBezTo>
                      <a:pt x="158501" y="0"/>
                      <a:pt x="177991" y="3743"/>
                      <a:pt x="195158" y="11100"/>
                    </a:cubicBezTo>
                    <a:cubicBezTo>
                      <a:pt x="212324" y="18457"/>
                      <a:pt x="226264" y="29299"/>
                      <a:pt x="236848" y="43756"/>
                    </a:cubicBezTo>
                    <a:cubicBezTo>
                      <a:pt x="247432" y="58212"/>
                      <a:pt x="254015" y="75766"/>
                      <a:pt x="256725" y="96675"/>
                    </a:cubicBezTo>
                    <a:lnTo>
                      <a:pt x="201224" y="96675"/>
                    </a:lnTo>
                    <a:cubicBezTo>
                      <a:pt x="197739" y="83510"/>
                      <a:pt x="190640" y="73184"/>
                      <a:pt x="180056" y="65440"/>
                    </a:cubicBezTo>
                    <a:cubicBezTo>
                      <a:pt x="169472" y="57695"/>
                      <a:pt x="155403" y="53952"/>
                      <a:pt x="137978" y="53952"/>
                    </a:cubicBezTo>
                    <a:cubicBezTo>
                      <a:pt x="118618" y="53952"/>
                      <a:pt x="103258" y="58341"/>
                      <a:pt x="91900" y="66989"/>
                    </a:cubicBezTo>
                    <a:cubicBezTo>
                      <a:pt x="80541" y="75636"/>
                      <a:pt x="72281" y="86995"/>
                      <a:pt x="67118" y="100806"/>
                    </a:cubicBezTo>
                    <a:cubicBezTo>
                      <a:pt x="61955" y="114616"/>
                      <a:pt x="59502" y="129202"/>
                      <a:pt x="59502" y="144432"/>
                    </a:cubicBezTo>
                    <a:cubicBezTo>
                      <a:pt x="59502" y="159663"/>
                      <a:pt x="62213" y="175280"/>
                      <a:pt x="67505" y="189478"/>
                    </a:cubicBezTo>
                    <a:cubicBezTo>
                      <a:pt x="72926" y="203676"/>
                      <a:pt x="81445" y="215293"/>
                      <a:pt x="93061" y="224070"/>
                    </a:cubicBezTo>
                    <a:cubicBezTo>
                      <a:pt x="104678" y="232976"/>
                      <a:pt x="120037" y="237364"/>
                      <a:pt x="139140" y="237364"/>
                    </a:cubicBezTo>
                    <a:cubicBezTo>
                      <a:pt x="150369" y="237364"/>
                      <a:pt x="160437" y="235686"/>
                      <a:pt x="169343" y="232330"/>
                    </a:cubicBezTo>
                    <a:cubicBezTo>
                      <a:pt x="178249" y="228975"/>
                      <a:pt x="185477" y="224070"/>
                      <a:pt x="191285" y="217616"/>
                    </a:cubicBezTo>
                    <a:cubicBezTo>
                      <a:pt x="197094" y="211163"/>
                      <a:pt x="200966" y="203547"/>
                      <a:pt x="203160" y="194641"/>
                    </a:cubicBezTo>
                    <a:lnTo>
                      <a:pt x="260726" y="194641"/>
                    </a:lnTo>
                    <a:cubicBezTo>
                      <a:pt x="258274" y="215293"/>
                      <a:pt x="251304" y="232847"/>
                      <a:pt x="239817" y="247303"/>
                    </a:cubicBezTo>
                    <a:cubicBezTo>
                      <a:pt x="228329" y="261759"/>
                      <a:pt x="213615" y="272730"/>
                      <a:pt x="195932" y="280087"/>
                    </a:cubicBezTo>
                    <a:cubicBezTo>
                      <a:pt x="178249" y="287444"/>
                      <a:pt x="158630" y="291187"/>
                      <a:pt x="137204" y="291187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109739E-1400-0CAC-49FF-4703E9BABC6F}"/>
                  </a:ext>
                </a:extLst>
              </p:cNvPr>
              <p:cNvSpPr/>
              <p:nvPr/>
            </p:nvSpPr>
            <p:spPr>
              <a:xfrm>
                <a:off x="8356169" y="1668932"/>
                <a:ext cx="131782" cy="215938"/>
              </a:xfrm>
              <a:custGeom>
                <a:avLst/>
                <a:gdLst>
                  <a:gd name="connsiteX0" fmla="*/ 258 w 131782"/>
                  <a:gd name="connsiteY0" fmla="*/ 215938 h 215938"/>
                  <a:gd name="connsiteX1" fmla="*/ 258 w 131782"/>
                  <a:gd name="connsiteY1" fmla="*/ 3743 h 215938"/>
                  <a:gd name="connsiteX2" fmla="*/ 50984 w 131782"/>
                  <a:gd name="connsiteY2" fmla="*/ 3743 h 215938"/>
                  <a:gd name="connsiteX3" fmla="*/ 54598 w 131782"/>
                  <a:gd name="connsiteY3" fmla="*/ 29041 h 215938"/>
                  <a:gd name="connsiteX4" fmla="*/ 72668 w 131782"/>
                  <a:gd name="connsiteY4" fmla="*/ 10713 h 215938"/>
                  <a:gd name="connsiteX5" fmla="*/ 93578 w 131782"/>
                  <a:gd name="connsiteY5" fmla="*/ 2194 h 215938"/>
                  <a:gd name="connsiteX6" fmla="*/ 115649 w 131782"/>
                  <a:gd name="connsiteY6" fmla="*/ 0 h 215938"/>
                  <a:gd name="connsiteX7" fmla="*/ 125329 w 131782"/>
                  <a:gd name="connsiteY7" fmla="*/ 258 h 215938"/>
                  <a:gd name="connsiteX8" fmla="*/ 131783 w 131782"/>
                  <a:gd name="connsiteY8" fmla="*/ 516 h 215938"/>
                  <a:gd name="connsiteX9" fmla="*/ 131783 w 131782"/>
                  <a:gd name="connsiteY9" fmla="*/ 54856 h 215938"/>
                  <a:gd name="connsiteX10" fmla="*/ 118489 w 131782"/>
                  <a:gd name="connsiteY10" fmla="*/ 54856 h 215938"/>
                  <a:gd name="connsiteX11" fmla="*/ 85446 w 131782"/>
                  <a:gd name="connsiteY11" fmla="*/ 61309 h 215938"/>
                  <a:gd name="connsiteX12" fmla="*/ 63891 w 131782"/>
                  <a:gd name="connsiteY12" fmla="*/ 81445 h 215938"/>
                  <a:gd name="connsiteX13" fmla="*/ 56405 w 131782"/>
                  <a:gd name="connsiteY13" fmla="*/ 116423 h 215938"/>
                  <a:gd name="connsiteX14" fmla="*/ 56405 w 131782"/>
                  <a:gd name="connsiteY14" fmla="*/ 215809 h 215938"/>
                  <a:gd name="connsiteX15" fmla="*/ 0 w 131782"/>
                  <a:gd name="connsiteY15" fmla="*/ 215809 h 215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782" h="215938">
                    <a:moveTo>
                      <a:pt x="258" y="215938"/>
                    </a:moveTo>
                    <a:lnTo>
                      <a:pt x="258" y="3743"/>
                    </a:lnTo>
                    <a:lnTo>
                      <a:pt x="50984" y="3743"/>
                    </a:lnTo>
                    <a:lnTo>
                      <a:pt x="54598" y="29041"/>
                    </a:lnTo>
                    <a:cubicBezTo>
                      <a:pt x="60019" y="21039"/>
                      <a:pt x="65956" y="14843"/>
                      <a:pt x="72668" y="10713"/>
                    </a:cubicBezTo>
                    <a:cubicBezTo>
                      <a:pt x="79380" y="6583"/>
                      <a:pt x="86349" y="3743"/>
                      <a:pt x="93578" y="2194"/>
                    </a:cubicBezTo>
                    <a:cubicBezTo>
                      <a:pt x="100806" y="774"/>
                      <a:pt x="108163" y="0"/>
                      <a:pt x="115649" y="0"/>
                    </a:cubicBezTo>
                    <a:cubicBezTo>
                      <a:pt x="119134" y="0"/>
                      <a:pt x="122361" y="0"/>
                      <a:pt x="125329" y="258"/>
                    </a:cubicBezTo>
                    <a:cubicBezTo>
                      <a:pt x="128298" y="516"/>
                      <a:pt x="130363" y="516"/>
                      <a:pt x="131783" y="516"/>
                    </a:cubicBezTo>
                    <a:lnTo>
                      <a:pt x="131783" y="54856"/>
                    </a:lnTo>
                    <a:lnTo>
                      <a:pt x="118489" y="54856"/>
                    </a:lnTo>
                    <a:cubicBezTo>
                      <a:pt x="105839" y="54856"/>
                      <a:pt x="94868" y="57050"/>
                      <a:pt x="85446" y="61309"/>
                    </a:cubicBezTo>
                    <a:cubicBezTo>
                      <a:pt x="76024" y="65569"/>
                      <a:pt x="68925" y="72281"/>
                      <a:pt x="63891" y="81445"/>
                    </a:cubicBezTo>
                    <a:cubicBezTo>
                      <a:pt x="58986" y="90609"/>
                      <a:pt x="56405" y="102225"/>
                      <a:pt x="56405" y="116423"/>
                    </a:cubicBezTo>
                    <a:lnTo>
                      <a:pt x="56405" y="215809"/>
                    </a:lnTo>
                    <a:lnTo>
                      <a:pt x="0" y="215809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13D54348-80FE-44C0-D2B1-E2837BC592B3}"/>
                  </a:ext>
                </a:extLst>
              </p:cNvPr>
              <p:cNvSpPr/>
              <p:nvPr/>
            </p:nvSpPr>
            <p:spPr>
              <a:xfrm>
                <a:off x="8502279" y="1669061"/>
                <a:ext cx="203313" cy="218519"/>
              </a:xfrm>
              <a:custGeom>
                <a:avLst/>
                <a:gdLst>
                  <a:gd name="connsiteX0" fmla="*/ 105194 w 203313"/>
                  <a:gd name="connsiteY0" fmla="*/ 218520 h 218519"/>
                  <a:gd name="connsiteX1" fmla="*/ 48402 w 203313"/>
                  <a:gd name="connsiteY1" fmla="*/ 205225 h 218519"/>
                  <a:gd name="connsiteX2" fmla="*/ 12520 w 203313"/>
                  <a:gd name="connsiteY2" fmla="*/ 167536 h 218519"/>
                  <a:gd name="connsiteX3" fmla="*/ 0 w 203313"/>
                  <a:gd name="connsiteY3" fmla="*/ 110615 h 218519"/>
                  <a:gd name="connsiteX4" fmla="*/ 12907 w 203313"/>
                  <a:gd name="connsiteY4" fmla="*/ 52920 h 218519"/>
                  <a:gd name="connsiteX5" fmla="*/ 49306 w 203313"/>
                  <a:gd name="connsiteY5" fmla="*/ 14069 h 218519"/>
                  <a:gd name="connsiteX6" fmla="*/ 105065 w 203313"/>
                  <a:gd name="connsiteY6" fmla="*/ 0 h 218519"/>
                  <a:gd name="connsiteX7" fmla="*/ 147530 w 203313"/>
                  <a:gd name="connsiteY7" fmla="*/ 8002 h 218519"/>
                  <a:gd name="connsiteX8" fmla="*/ 178507 w 203313"/>
                  <a:gd name="connsiteY8" fmla="*/ 30590 h 218519"/>
                  <a:gd name="connsiteX9" fmla="*/ 197481 w 203313"/>
                  <a:gd name="connsiteY9" fmla="*/ 64149 h 218519"/>
                  <a:gd name="connsiteX10" fmla="*/ 203289 w 203313"/>
                  <a:gd name="connsiteY10" fmla="*/ 105452 h 218519"/>
                  <a:gd name="connsiteX11" fmla="*/ 202902 w 203313"/>
                  <a:gd name="connsiteY11" fmla="*/ 116294 h 218519"/>
                  <a:gd name="connsiteX12" fmla="*/ 201353 w 203313"/>
                  <a:gd name="connsiteY12" fmla="*/ 126749 h 218519"/>
                  <a:gd name="connsiteX13" fmla="*/ 56017 w 203313"/>
                  <a:gd name="connsiteY13" fmla="*/ 126749 h 218519"/>
                  <a:gd name="connsiteX14" fmla="*/ 62858 w 203313"/>
                  <a:gd name="connsiteY14" fmla="*/ 148821 h 218519"/>
                  <a:gd name="connsiteX15" fmla="*/ 78734 w 203313"/>
                  <a:gd name="connsiteY15" fmla="*/ 164696 h 218519"/>
                  <a:gd name="connsiteX16" fmla="*/ 104291 w 203313"/>
                  <a:gd name="connsiteY16" fmla="*/ 170505 h 218519"/>
                  <a:gd name="connsiteX17" fmla="*/ 122748 w 203313"/>
                  <a:gd name="connsiteY17" fmla="*/ 168310 h 218519"/>
                  <a:gd name="connsiteX18" fmla="*/ 137204 w 203313"/>
                  <a:gd name="connsiteY18" fmla="*/ 161341 h 218519"/>
                  <a:gd name="connsiteX19" fmla="*/ 145723 w 203313"/>
                  <a:gd name="connsiteY19" fmla="*/ 150111 h 218519"/>
                  <a:gd name="connsiteX20" fmla="*/ 201224 w 203313"/>
                  <a:gd name="connsiteY20" fmla="*/ 150111 h 218519"/>
                  <a:gd name="connsiteX21" fmla="*/ 181734 w 203313"/>
                  <a:gd name="connsiteY21" fmla="*/ 189091 h 218519"/>
                  <a:gd name="connsiteX22" fmla="*/ 147272 w 203313"/>
                  <a:gd name="connsiteY22" fmla="*/ 211421 h 218519"/>
                  <a:gd name="connsiteX23" fmla="*/ 105065 w 203313"/>
                  <a:gd name="connsiteY23" fmla="*/ 218520 h 218519"/>
                  <a:gd name="connsiteX24" fmla="*/ 57308 w 203313"/>
                  <a:gd name="connsiteY24" fmla="*/ 87382 h 218519"/>
                  <a:gd name="connsiteX25" fmla="*/ 149466 w 203313"/>
                  <a:gd name="connsiteY25" fmla="*/ 87382 h 218519"/>
                  <a:gd name="connsiteX26" fmla="*/ 144045 w 203313"/>
                  <a:gd name="connsiteY26" fmla="*/ 66989 h 218519"/>
                  <a:gd name="connsiteX27" fmla="*/ 129202 w 203313"/>
                  <a:gd name="connsiteY27" fmla="*/ 51758 h 218519"/>
                  <a:gd name="connsiteX28" fmla="*/ 104032 w 203313"/>
                  <a:gd name="connsiteY28" fmla="*/ 45950 h 218519"/>
                  <a:gd name="connsiteX29" fmla="*/ 78476 w 203313"/>
                  <a:gd name="connsiteY29" fmla="*/ 52016 h 218519"/>
                  <a:gd name="connsiteX30" fmla="*/ 63116 w 203313"/>
                  <a:gd name="connsiteY30" fmla="*/ 67505 h 218519"/>
                  <a:gd name="connsiteX31" fmla="*/ 57308 w 203313"/>
                  <a:gd name="connsiteY31" fmla="*/ 8738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03313" h="218519">
                    <a:moveTo>
                      <a:pt x="105194" y="218520"/>
                    </a:moveTo>
                    <a:cubicBezTo>
                      <a:pt x="82865" y="218520"/>
                      <a:pt x="64020" y="214131"/>
                      <a:pt x="48402" y="205225"/>
                    </a:cubicBezTo>
                    <a:cubicBezTo>
                      <a:pt x="32784" y="196319"/>
                      <a:pt x="20910" y="183799"/>
                      <a:pt x="12520" y="167536"/>
                    </a:cubicBezTo>
                    <a:cubicBezTo>
                      <a:pt x="4259" y="151273"/>
                      <a:pt x="0" y="132299"/>
                      <a:pt x="0" y="110615"/>
                    </a:cubicBezTo>
                    <a:cubicBezTo>
                      <a:pt x="0" y="88931"/>
                      <a:pt x="4259" y="69312"/>
                      <a:pt x="12907" y="52920"/>
                    </a:cubicBezTo>
                    <a:cubicBezTo>
                      <a:pt x="21555" y="36398"/>
                      <a:pt x="33688" y="23491"/>
                      <a:pt x="49306" y="14069"/>
                    </a:cubicBezTo>
                    <a:cubicBezTo>
                      <a:pt x="65053" y="4647"/>
                      <a:pt x="83639" y="0"/>
                      <a:pt x="105065" y="0"/>
                    </a:cubicBezTo>
                    <a:cubicBezTo>
                      <a:pt x="121199" y="0"/>
                      <a:pt x="135268" y="2711"/>
                      <a:pt x="147530" y="8002"/>
                    </a:cubicBezTo>
                    <a:cubicBezTo>
                      <a:pt x="159792" y="13424"/>
                      <a:pt x="170117" y="20910"/>
                      <a:pt x="178507" y="30590"/>
                    </a:cubicBezTo>
                    <a:cubicBezTo>
                      <a:pt x="187026" y="40271"/>
                      <a:pt x="193221" y="51500"/>
                      <a:pt x="197481" y="64149"/>
                    </a:cubicBezTo>
                    <a:cubicBezTo>
                      <a:pt x="201740" y="76798"/>
                      <a:pt x="203547" y="90609"/>
                      <a:pt x="203289" y="105452"/>
                    </a:cubicBezTo>
                    <a:cubicBezTo>
                      <a:pt x="203289" y="109195"/>
                      <a:pt x="203160" y="112809"/>
                      <a:pt x="202902" y="116294"/>
                    </a:cubicBezTo>
                    <a:cubicBezTo>
                      <a:pt x="202644" y="119779"/>
                      <a:pt x="202127" y="123264"/>
                      <a:pt x="201353" y="126749"/>
                    </a:cubicBezTo>
                    <a:lnTo>
                      <a:pt x="56017" y="126749"/>
                    </a:lnTo>
                    <a:cubicBezTo>
                      <a:pt x="56792" y="134752"/>
                      <a:pt x="59115" y="142238"/>
                      <a:pt x="62858" y="148821"/>
                    </a:cubicBezTo>
                    <a:cubicBezTo>
                      <a:pt x="66601" y="155532"/>
                      <a:pt x="71893" y="160824"/>
                      <a:pt x="78734" y="164696"/>
                    </a:cubicBezTo>
                    <a:cubicBezTo>
                      <a:pt x="85575" y="168569"/>
                      <a:pt x="94094" y="170505"/>
                      <a:pt x="104291" y="170505"/>
                    </a:cubicBezTo>
                    <a:cubicBezTo>
                      <a:pt x="111002" y="170505"/>
                      <a:pt x="117198" y="169730"/>
                      <a:pt x="122748" y="168310"/>
                    </a:cubicBezTo>
                    <a:cubicBezTo>
                      <a:pt x="128427" y="166891"/>
                      <a:pt x="133203" y="164438"/>
                      <a:pt x="137204" y="161341"/>
                    </a:cubicBezTo>
                    <a:cubicBezTo>
                      <a:pt x="141205" y="158114"/>
                      <a:pt x="144045" y="154371"/>
                      <a:pt x="145723" y="150111"/>
                    </a:cubicBezTo>
                    <a:lnTo>
                      <a:pt x="201224" y="150111"/>
                    </a:lnTo>
                    <a:cubicBezTo>
                      <a:pt x="197739" y="165987"/>
                      <a:pt x="191285" y="178894"/>
                      <a:pt x="181734" y="189091"/>
                    </a:cubicBezTo>
                    <a:cubicBezTo>
                      <a:pt x="172183" y="199288"/>
                      <a:pt x="160695" y="206774"/>
                      <a:pt x="147272" y="211421"/>
                    </a:cubicBezTo>
                    <a:cubicBezTo>
                      <a:pt x="133848" y="216067"/>
                      <a:pt x="119779" y="218520"/>
                      <a:pt x="105065" y="218520"/>
                    </a:cubicBezTo>
                    <a:close/>
                    <a:moveTo>
                      <a:pt x="57308" y="87382"/>
                    </a:moveTo>
                    <a:lnTo>
                      <a:pt x="149466" y="87382"/>
                    </a:lnTo>
                    <a:cubicBezTo>
                      <a:pt x="149208" y="80154"/>
                      <a:pt x="147401" y="73313"/>
                      <a:pt x="144045" y="66989"/>
                    </a:cubicBezTo>
                    <a:cubicBezTo>
                      <a:pt x="140689" y="60664"/>
                      <a:pt x="135784" y="55630"/>
                      <a:pt x="129202" y="51758"/>
                    </a:cubicBezTo>
                    <a:cubicBezTo>
                      <a:pt x="122619" y="47886"/>
                      <a:pt x="114229" y="45950"/>
                      <a:pt x="104032" y="45950"/>
                    </a:cubicBezTo>
                    <a:cubicBezTo>
                      <a:pt x="93836" y="45950"/>
                      <a:pt x="85317" y="48015"/>
                      <a:pt x="78476" y="52016"/>
                    </a:cubicBezTo>
                    <a:cubicBezTo>
                      <a:pt x="71635" y="56017"/>
                      <a:pt x="66472" y="61180"/>
                      <a:pt x="63116" y="67505"/>
                    </a:cubicBezTo>
                    <a:cubicBezTo>
                      <a:pt x="59761" y="73829"/>
                      <a:pt x="57824" y="80412"/>
                      <a:pt x="57308" y="8738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5700A3C-BF9C-13B5-700C-3E0E7FD3C1A9}"/>
                  </a:ext>
                </a:extLst>
              </p:cNvPr>
              <p:cNvSpPr/>
              <p:nvPr/>
            </p:nvSpPr>
            <p:spPr>
              <a:xfrm>
                <a:off x="8733835" y="1668932"/>
                <a:ext cx="215551" cy="218648"/>
              </a:xfrm>
              <a:custGeom>
                <a:avLst/>
                <a:gdLst>
                  <a:gd name="connsiteX0" fmla="*/ 94997 w 215551"/>
                  <a:gd name="connsiteY0" fmla="*/ 218649 h 218648"/>
                  <a:gd name="connsiteX1" fmla="*/ 53307 w 215551"/>
                  <a:gd name="connsiteY1" fmla="*/ 210388 h 218648"/>
                  <a:gd name="connsiteX2" fmla="*/ 23491 w 215551"/>
                  <a:gd name="connsiteY2" fmla="*/ 187413 h 218648"/>
                  <a:gd name="connsiteX3" fmla="*/ 5808 w 215551"/>
                  <a:gd name="connsiteY3" fmla="*/ 153209 h 218648"/>
                  <a:gd name="connsiteX4" fmla="*/ 0 w 215551"/>
                  <a:gd name="connsiteY4" fmla="*/ 110744 h 218648"/>
                  <a:gd name="connsiteX5" fmla="*/ 11875 w 215551"/>
                  <a:gd name="connsiteY5" fmla="*/ 53178 h 218648"/>
                  <a:gd name="connsiteX6" fmla="*/ 46337 w 215551"/>
                  <a:gd name="connsiteY6" fmla="*/ 14069 h 218648"/>
                  <a:gd name="connsiteX7" fmla="*/ 101064 w 215551"/>
                  <a:gd name="connsiteY7" fmla="*/ 0 h 218648"/>
                  <a:gd name="connsiteX8" fmla="*/ 134106 w 215551"/>
                  <a:gd name="connsiteY8" fmla="*/ 5808 h 218648"/>
                  <a:gd name="connsiteX9" fmla="*/ 160308 w 215551"/>
                  <a:gd name="connsiteY9" fmla="*/ 23749 h 218648"/>
                  <a:gd name="connsiteX10" fmla="*/ 162373 w 215551"/>
                  <a:gd name="connsiteY10" fmla="*/ 3614 h 218648"/>
                  <a:gd name="connsiteX11" fmla="*/ 215551 w 215551"/>
                  <a:gd name="connsiteY11" fmla="*/ 3614 h 218648"/>
                  <a:gd name="connsiteX12" fmla="*/ 215551 w 215551"/>
                  <a:gd name="connsiteY12" fmla="*/ 215680 h 218648"/>
                  <a:gd name="connsiteX13" fmla="*/ 161211 w 215551"/>
                  <a:gd name="connsiteY13" fmla="*/ 215680 h 218648"/>
                  <a:gd name="connsiteX14" fmla="*/ 160050 w 215551"/>
                  <a:gd name="connsiteY14" fmla="*/ 194770 h 218648"/>
                  <a:gd name="connsiteX15" fmla="*/ 129847 w 215551"/>
                  <a:gd name="connsiteY15" fmla="*/ 212840 h 218648"/>
                  <a:gd name="connsiteX16" fmla="*/ 95255 w 215551"/>
                  <a:gd name="connsiteY16" fmla="*/ 218520 h 218648"/>
                  <a:gd name="connsiteX17" fmla="*/ 107905 w 215551"/>
                  <a:gd name="connsiteY17" fmla="*/ 167923 h 218648"/>
                  <a:gd name="connsiteX18" fmla="*/ 136042 w 215551"/>
                  <a:gd name="connsiteY18" fmla="*/ 159921 h 218648"/>
                  <a:gd name="connsiteX19" fmla="*/ 153209 w 215551"/>
                  <a:gd name="connsiteY19" fmla="*/ 138624 h 218648"/>
                  <a:gd name="connsiteX20" fmla="*/ 159017 w 215551"/>
                  <a:gd name="connsiteY20" fmla="*/ 109583 h 218648"/>
                  <a:gd name="connsiteX21" fmla="*/ 153209 w 215551"/>
                  <a:gd name="connsiteY21" fmla="*/ 80412 h 218648"/>
                  <a:gd name="connsiteX22" fmla="*/ 135913 w 215551"/>
                  <a:gd name="connsiteY22" fmla="*/ 59502 h 218648"/>
                  <a:gd name="connsiteX23" fmla="*/ 107130 w 215551"/>
                  <a:gd name="connsiteY23" fmla="*/ 51629 h 218648"/>
                  <a:gd name="connsiteX24" fmla="*/ 78089 w 215551"/>
                  <a:gd name="connsiteY24" fmla="*/ 59631 h 218648"/>
                  <a:gd name="connsiteX25" fmla="*/ 61568 w 215551"/>
                  <a:gd name="connsiteY25" fmla="*/ 80799 h 218648"/>
                  <a:gd name="connsiteX26" fmla="*/ 56276 w 215551"/>
                  <a:gd name="connsiteY26" fmla="*/ 109195 h 218648"/>
                  <a:gd name="connsiteX27" fmla="*/ 61568 w 215551"/>
                  <a:gd name="connsiteY27" fmla="*/ 137978 h 218648"/>
                  <a:gd name="connsiteX28" fmla="*/ 78089 w 215551"/>
                  <a:gd name="connsiteY28" fmla="*/ 159663 h 218648"/>
                  <a:gd name="connsiteX29" fmla="*/ 107905 w 215551"/>
                  <a:gd name="connsiteY29" fmla="*/ 167923 h 21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15551" h="218648">
                    <a:moveTo>
                      <a:pt x="94997" y="218649"/>
                    </a:moveTo>
                    <a:cubicBezTo>
                      <a:pt x="79121" y="218649"/>
                      <a:pt x="65311" y="215938"/>
                      <a:pt x="53307" y="210388"/>
                    </a:cubicBezTo>
                    <a:cubicBezTo>
                      <a:pt x="41303" y="204838"/>
                      <a:pt x="31494" y="197223"/>
                      <a:pt x="23491" y="187413"/>
                    </a:cubicBezTo>
                    <a:cubicBezTo>
                      <a:pt x="15489" y="177604"/>
                      <a:pt x="9680" y="166245"/>
                      <a:pt x="5808" y="153209"/>
                    </a:cubicBezTo>
                    <a:cubicBezTo>
                      <a:pt x="1936" y="140173"/>
                      <a:pt x="0" y="126104"/>
                      <a:pt x="0" y="110744"/>
                    </a:cubicBezTo>
                    <a:cubicBezTo>
                      <a:pt x="0" y="89060"/>
                      <a:pt x="4001" y="69828"/>
                      <a:pt x="11875" y="53178"/>
                    </a:cubicBezTo>
                    <a:cubicBezTo>
                      <a:pt x="19748" y="36528"/>
                      <a:pt x="31236" y="23491"/>
                      <a:pt x="46337" y="14069"/>
                    </a:cubicBezTo>
                    <a:cubicBezTo>
                      <a:pt x="61309" y="4647"/>
                      <a:pt x="79638" y="0"/>
                      <a:pt x="101064" y="0"/>
                    </a:cubicBezTo>
                    <a:cubicBezTo>
                      <a:pt x="112551" y="0"/>
                      <a:pt x="123651" y="1936"/>
                      <a:pt x="134106" y="5808"/>
                    </a:cubicBezTo>
                    <a:cubicBezTo>
                      <a:pt x="144561" y="9680"/>
                      <a:pt x="153338" y="15618"/>
                      <a:pt x="160308" y="23749"/>
                    </a:cubicBezTo>
                    <a:lnTo>
                      <a:pt x="162373" y="3614"/>
                    </a:lnTo>
                    <a:lnTo>
                      <a:pt x="215551" y="3614"/>
                    </a:lnTo>
                    <a:lnTo>
                      <a:pt x="215551" y="215680"/>
                    </a:lnTo>
                    <a:lnTo>
                      <a:pt x="161211" y="215680"/>
                    </a:lnTo>
                    <a:lnTo>
                      <a:pt x="160050" y="194770"/>
                    </a:lnTo>
                    <a:cubicBezTo>
                      <a:pt x="151144" y="203031"/>
                      <a:pt x="141076" y="209097"/>
                      <a:pt x="129847" y="212840"/>
                    </a:cubicBezTo>
                    <a:cubicBezTo>
                      <a:pt x="118618" y="216584"/>
                      <a:pt x="107001" y="218520"/>
                      <a:pt x="95255" y="218520"/>
                    </a:cubicBezTo>
                    <a:close/>
                    <a:moveTo>
                      <a:pt x="107905" y="167923"/>
                    </a:moveTo>
                    <a:cubicBezTo>
                      <a:pt x="119134" y="167923"/>
                      <a:pt x="128556" y="165213"/>
                      <a:pt x="136042" y="159921"/>
                    </a:cubicBezTo>
                    <a:cubicBezTo>
                      <a:pt x="143529" y="154500"/>
                      <a:pt x="149208" y="147401"/>
                      <a:pt x="153209" y="138624"/>
                    </a:cubicBezTo>
                    <a:cubicBezTo>
                      <a:pt x="157081" y="129718"/>
                      <a:pt x="159017" y="120166"/>
                      <a:pt x="159017" y="109583"/>
                    </a:cubicBezTo>
                    <a:cubicBezTo>
                      <a:pt x="159017" y="98999"/>
                      <a:pt x="157081" y="89189"/>
                      <a:pt x="153209" y="80412"/>
                    </a:cubicBezTo>
                    <a:cubicBezTo>
                      <a:pt x="149337" y="71635"/>
                      <a:pt x="143529" y="64665"/>
                      <a:pt x="135913" y="59502"/>
                    </a:cubicBezTo>
                    <a:cubicBezTo>
                      <a:pt x="128298" y="54210"/>
                      <a:pt x="118618" y="51629"/>
                      <a:pt x="107130" y="51629"/>
                    </a:cubicBezTo>
                    <a:cubicBezTo>
                      <a:pt x="95643" y="51629"/>
                      <a:pt x="85704" y="54340"/>
                      <a:pt x="78089" y="59631"/>
                    </a:cubicBezTo>
                    <a:cubicBezTo>
                      <a:pt x="70603" y="65053"/>
                      <a:pt x="65053" y="72022"/>
                      <a:pt x="61568" y="80799"/>
                    </a:cubicBezTo>
                    <a:cubicBezTo>
                      <a:pt x="58083" y="89576"/>
                      <a:pt x="56276" y="98999"/>
                      <a:pt x="56276" y="109195"/>
                    </a:cubicBezTo>
                    <a:cubicBezTo>
                      <a:pt x="56276" y="119392"/>
                      <a:pt x="57954" y="128943"/>
                      <a:pt x="61568" y="137978"/>
                    </a:cubicBezTo>
                    <a:cubicBezTo>
                      <a:pt x="65053" y="147014"/>
                      <a:pt x="70603" y="154242"/>
                      <a:pt x="78089" y="159663"/>
                    </a:cubicBezTo>
                    <a:cubicBezTo>
                      <a:pt x="85575" y="165084"/>
                      <a:pt x="95514" y="167923"/>
                      <a:pt x="107905" y="16792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8962809-BCDD-6C39-FD43-41A4D8FAD21E}"/>
                  </a:ext>
                </a:extLst>
              </p:cNvPr>
              <p:cNvSpPr/>
              <p:nvPr/>
            </p:nvSpPr>
            <p:spPr>
              <a:xfrm>
                <a:off x="8978169" y="1615496"/>
                <a:ext cx="161856" cy="272342"/>
              </a:xfrm>
              <a:custGeom>
                <a:avLst/>
                <a:gdLst>
                  <a:gd name="connsiteX0" fmla="*/ 101838 w 161856"/>
                  <a:gd name="connsiteY0" fmla="*/ 272085 h 272342"/>
                  <a:gd name="connsiteX1" fmla="*/ 48918 w 161856"/>
                  <a:gd name="connsiteY1" fmla="*/ 251949 h 272342"/>
                  <a:gd name="connsiteX2" fmla="*/ 31752 w 161856"/>
                  <a:gd name="connsiteY2" fmla="*/ 196835 h 272342"/>
                  <a:gd name="connsiteX3" fmla="*/ 31752 w 161856"/>
                  <a:gd name="connsiteY3" fmla="*/ 107517 h 272342"/>
                  <a:gd name="connsiteX4" fmla="*/ 0 w 161856"/>
                  <a:gd name="connsiteY4" fmla="*/ 107517 h 272342"/>
                  <a:gd name="connsiteX5" fmla="*/ 0 w 161856"/>
                  <a:gd name="connsiteY5" fmla="*/ 57179 h 272342"/>
                  <a:gd name="connsiteX6" fmla="*/ 31752 w 161856"/>
                  <a:gd name="connsiteY6" fmla="*/ 57179 h 272342"/>
                  <a:gd name="connsiteX7" fmla="*/ 31752 w 161856"/>
                  <a:gd name="connsiteY7" fmla="*/ 0 h 272342"/>
                  <a:gd name="connsiteX8" fmla="*/ 88157 w 161856"/>
                  <a:gd name="connsiteY8" fmla="*/ 0 h 272342"/>
                  <a:gd name="connsiteX9" fmla="*/ 88157 w 161856"/>
                  <a:gd name="connsiteY9" fmla="*/ 57179 h 272342"/>
                  <a:gd name="connsiteX10" fmla="*/ 152564 w 161856"/>
                  <a:gd name="connsiteY10" fmla="*/ 57179 h 272342"/>
                  <a:gd name="connsiteX11" fmla="*/ 152564 w 161856"/>
                  <a:gd name="connsiteY11" fmla="*/ 107517 h 272342"/>
                  <a:gd name="connsiteX12" fmla="*/ 88157 w 161856"/>
                  <a:gd name="connsiteY12" fmla="*/ 107517 h 272342"/>
                  <a:gd name="connsiteX13" fmla="*/ 88157 w 161856"/>
                  <a:gd name="connsiteY13" fmla="*/ 185219 h 272342"/>
                  <a:gd name="connsiteX14" fmla="*/ 90738 w 161856"/>
                  <a:gd name="connsiteY14" fmla="*/ 203289 h 272342"/>
                  <a:gd name="connsiteX15" fmla="*/ 99644 w 161856"/>
                  <a:gd name="connsiteY15" fmla="*/ 215164 h 272342"/>
                  <a:gd name="connsiteX16" fmla="*/ 116811 w 161856"/>
                  <a:gd name="connsiteY16" fmla="*/ 219423 h 272342"/>
                  <a:gd name="connsiteX17" fmla="*/ 133074 w 161856"/>
                  <a:gd name="connsiteY17" fmla="*/ 216454 h 272342"/>
                  <a:gd name="connsiteX18" fmla="*/ 144174 w 161856"/>
                  <a:gd name="connsiteY18" fmla="*/ 209872 h 272342"/>
                  <a:gd name="connsiteX19" fmla="*/ 161857 w 161856"/>
                  <a:gd name="connsiteY19" fmla="*/ 253369 h 272342"/>
                  <a:gd name="connsiteX20" fmla="*/ 143141 w 161856"/>
                  <a:gd name="connsiteY20" fmla="*/ 264469 h 272342"/>
                  <a:gd name="connsiteX21" fmla="*/ 122361 w 161856"/>
                  <a:gd name="connsiteY21" fmla="*/ 270536 h 272342"/>
                  <a:gd name="connsiteX22" fmla="*/ 101838 w 161856"/>
                  <a:gd name="connsiteY22" fmla="*/ 272343 h 272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1856" h="272342">
                    <a:moveTo>
                      <a:pt x="101838" y="272085"/>
                    </a:moveTo>
                    <a:cubicBezTo>
                      <a:pt x="77960" y="272085"/>
                      <a:pt x="60277" y="265373"/>
                      <a:pt x="48918" y="251949"/>
                    </a:cubicBezTo>
                    <a:cubicBezTo>
                      <a:pt x="37560" y="238526"/>
                      <a:pt x="31752" y="220198"/>
                      <a:pt x="31752" y="196835"/>
                    </a:cubicBezTo>
                    <a:lnTo>
                      <a:pt x="31752" y="107517"/>
                    </a:lnTo>
                    <a:lnTo>
                      <a:pt x="0" y="107517"/>
                    </a:lnTo>
                    <a:lnTo>
                      <a:pt x="0" y="57179"/>
                    </a:lnTo>
                    <a:lnTo>
                      <a:pt x="31752" y="57179"/>
                    </a:lnTo>
                    <a:lnTo>
                      <a:pt x="31752" y="0"/>
                    </a:lnTo>
                    <a:lnTo>
                      <a:pt x="88157" y="0"/>
                    </a:lnTo>
                    <a:lnTo>
                      <a:pt x="88157" y="57179"/>
                    </a:lnTo>
                    <a:lnTo>
                      <a:pt x="152564" y="57179"/>
                    </a:lnTo>
                    <a:lnTo>
                      <a:pt x="152564" y="107517"/>
                    </a:lnTo>
                    <a:lnTo>
                      <a:pt x="88157" y="107517"/>
                    </a:lnTo>
                    <a:lnTo>
                      <a:pt x="88157" y="185219"/>
                    </a:lnTo>
                    <a:cubicBezTo>
                      <a:pt x="88157" y="192189"/>
                      <a:pt x="89060" y="198255"/>
                      <a:pt x="90738" y="203289"/>
                    </a:cubicBezTo>
                    <a:cubicBezTo>
                      <a:pt x="92416" y="208323"/>
                      <a:pt x="95385" y="212324"/>
                      <a:pt x="99644" y="215164"/>
                    </a:cubicBezTo>
                    <a:cubicBezTo>
                      <a:pt x="103774" y="218003"/>
                      <a:pt x="109453" y="219423"/>
                      <a:pt x="116811" y="219423"/>
                    </a:cubicBezTo>
                    <a:cubicBezTo>
                      <a:pt x="123264" y="219423"/>
                      <a:pt x="128685" y="218391"/>
                      <a:pt x="133074" y="216454"/>
                    </a:cubicBezTo>
                    <a:cubicBezTo>
                      <a:pt x="137462" y="214389"/>
                      <a:pt x="141205" y="212195"/>
                      <a:pt x="144174" y="209872"/>
                    </a:cubicBezTo>
                    <a:lnTo>
                      <a:pt x="161857" y="253369"/>
                    </a:lnTo>
                    <a:cubicBezTo>
                      <a:pt x="156178" y="257887"/>
                      <a:pt x="149982" y="261630"/>
                      <a:pt x="143141" y="264469"/>
                    </a:cubicBezTo>
                    <a:cubicBezTo>
                      <a:pt x="136300" y="267309"/>
                      <a:pt x="129331" y="269245"/>
                      <a:pt x="122361" y="270536"/>
                    </a:cubicBezTo>
                    <a:cubicBezTo>
                      <a:pt x="115391" y="271698"/>
                      <a:pt x="108550" y="272343"/>
                      <a:pt x="101838" y="27234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3BABBDF-CB65-619F-FD53-F6395D314732}"/>
                  </a:ext>
                </a:extLst>
              </p:cNvPr>
              <p:cNvSpPr/>
              <p:nvPr/>
            </p:nvSpPr>
            <p:spPr>
              <a:xfrm>
                <a:off x="9155127" y="1669061"/>
                <a:ext cx="203313" cy="218519"/>
              </a:xfrm>
              <a:custGeom>
                <a:avLst/>
                <a:gdLst>
                  <a:gd name="connsiteX0" fmla="*/ 105194 w 203313"/>
                  <a:gd name="connsiteY0" fmla="*/ 218520 h 218519"/>
                  <a:gd name="connsiteX1" fmla="*/ 48402 w 203313"/>
                  <a:gd name="connsiteY1" fmla="*/ 205225 h 218519"/>
                  <a:gd name="connsiteX2" fmla="*/ 12520 w 203313"/>
                  <a:gd name="connsiteY2" fmla="*/ 167536 h 218519"/>
                  <a:gd name="connsiteX3" fmla="*/ 0 w 203313"/>
                  <a:gd name="connsiteY3" fmla="*/ 110615 h 218519"/>
                  <a:gd name="connsiteX4" fmla="*/ 12907 w 203313"/>
                  <a:gd name="connsiteY4" fmla="*/ 52920 h 218519"/>
                  <a:gd name="connsiteX5" fmla="*/ 49306 w 203313"/>
                  <a:gd name="connsiteY5" fmla="*/ 14069 h 218519"/>
                  <a:gd name="connsiteX6" fmla="*/ 105065 w 203313"/>
                  <a:gd name="connsiteY6" fmla="*/ 0 h 218519"/>
                  <a:gd name="connsiteX7" fmla="*/ 147530 w 203313"/>
                  <a:gd name="connsiteY7" fmla="*/ 8002 h 218519"/>
                  <a:gd name="connsiteX8" fmla="*/ 178507 w 203313"/>
                  <a:gd name="connsiteY8" fmla="*/ 30590 h 218519"/>
                  <a:gd name="connsiteX9" fmla="*/ 197481 w 203313"/>
                  <a:gd name="connsiteY9" fmla="*/ 64149 h 218519"/>
                  <a:gd name="connsiteX10" fmla="*/ 203289 w 203313"/>
                  <a:gd name="connsiteY10" fmla="*/ 105452 h 218519"/>
                  <a:gd name="connsiteX11" fmla="*/ 202902 w 203313"/>
                  <a:gd name="connsiteY11" fmla="*/ 116294 h 218519"/>
                  <a:gd name="connsiteX12" fmla="*/ 201353 w 203313"/>
                  <a:gd name="connsiteY12" fmla="*/ 126749 h 218519"/>
                  <a:gd name="connsiteX13" fmla="*/ 56017 w 203313"/>
                  <a:gd name="connsiteY13" fmla="*/ 126749 h 218519"/>
                  <a:gd name="connsiteX14" fmla="*/ 62858 w 203313"/>
                  <a:gd name="connsiteY14" fmla="*/ 148821 h 218519"/>
                  <a:gd name="connsiteX15" fmla="*/ 78734 w 203313"/>
                  <a:gd name="connsiteY15" fmla="*/ 164696 h 218519"/>
                  <a:gd name="connsiteX16" fmla="*/ 104291 w 203313"/>
                  <a:gd name="connsiteY16" fmla="*/ 170505 h 218519"/>
                  <a:gd name="connsiteX17" fmla="*/ 122748 w 203313"/>
                  <a:gd name="connsiteY17" fmla="*/ 168310 h 218519"/>
                  <a:gd name="connsiteX18" fmla="*/ 137204 w 203313"/>
                  <a:gd name="connsiteY18" fmla="*/ 161341 h 218519"/>
                  <a:gd name="connsiteX19" fmla="*/ 145723 w 203313"/>
                  <a:gd name="connsiteY19" fmla="*/ 150111 h 218519"/>
                  <a:gd name="connsiteX20" fmla="*/ 201224 w 203313"/>
                  <a:gd name="connsiteY20" fmla="*/ 150111 h 218519"/>
                  <a:gd name="connsiteX21" fmla="*/ 181734 w 203313"/>
                  <a:gd name="connsiteY21" fmla="*/ 189091 h 218519"/>
                  <a:gd name="connsiteX22" fmla="*/ 147272 w 203313"/>
                  <a:gd name="connsiteY22" fmla="*/ 211421 h 218519"/>
                  <a:gd name="connsiteX23" fmla="*/ 105065 w 203313"/>
                  <a:gd name="connsiteY23" fmla="*/ 218520 h 218519"/>
                  <a:gd name="connsiteX24" fmla="*/ 57308 w 203313"/>
                  <a:gd name="connsiteY24" fmla="*/ 87382 h 218519"/>
                  <a:gd name="connsiteX25" fmla="*/ 149466 w 203313"/>
                  <a:gd name="connsiteY25" fmla="*/ 87382 h 218519"/>
                  <a:gd name="connsiteX26" fmla="*/ 144045 w 203313"/>
                  <a:gd name="connsiteY26" fmla="*/ 66989 h 218519"/>
                  <a:gd name="connsiteX27" fmla="*/ 129202 w 203313"/>
                  <a:gd name="connsiteY27" fmla="*/ 51758 h 218519"/>
                  <a:gd name="connsiteX28" fmla="*/ 104032 w 203313"/>
                  <a:gd name="connsiteY28" fmla="*/ 45950 h 218519"/>
                  <a:gd name="connsiteX29" fmla="*/ 78476 w 203313"/>
                  <a:gd name="connsiteY29" fmla="*/ 52016 h 218519"/>
                  <a:gd name="connsiteX30" fmla="*/ 63116 w 203313"/>
                  <a:gd name="connsiteY30" fmla="*/ 67505 h 218519"/>
                  <a:gd name="connsiteX31" fmla="*/ 57308 w 203313"/>
                  <a:gd name="connsiteY31" fmla="*/ 8738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03313" h="218519">
                    <a:moveTo>
                      <a:pt x="105194" y="218520"/>
                    </a:moveTo>
                    <a:cubicBezTo>
                      <a:pt x="82865" y="218520"/>
                      <a:pt x="64020" y="214131"/>
                      <a:pt x="48402" y="205225"/>
                    </a:cubicBezTo>
                    <a:cubicBezTo>
                      <a:pt x="32784" y="196319"/>
                      <a:pt x="20910" y="183799"/>
                      <a:pt x="12520" y="167536"/>
                    </a:cubicBezTo>
                    <a:cubicBezTo>
                      <a:pt x="4259" y="151273"/>
                      <a:pt x="0" y="132299"/>
                      <a:pt x="0" y="110615"/>
                    </a:cubicBezTo>
                    <a:cubicBezTo>
                      <a:pt x="0" y="88931"/>
                      <a:pt x="4259" y="69312"/>
                      <a:pt x="12907" y="52920"/>
                    </a:cubicBezTo>
                    <a:cubicBezTo>
                      <a:pt x="21555" y="36398"/>
                      <a:pt x="33688" y="23491"/>
                      <a:pt x="49306" y="14069"/>
                    </a:cubicBezTo>
                    <a:cubicBezTo>
                      <a:pt x="65053" y="4647"/>
                      <a:pt x="83639" y="0"/>
                      <a:pt x="105065" y="0"/>
                    </a:cubicBezTo>
                    <a:cubicBezTo>
                      <a:pt x="121199" y="0"/>
                      <a:pt x="135268" y="2711"/>
                      <a:pt x="147530" y="8002"/>
                    </a:cubicBezTo>
                    <a:cubicBezTo>
                      <a:pt x="159792" y="13424"/>
                      <a:pt x="170117" y="20910"/>
                      <a:pt x="178507" y="30590"/>
                    </a:cubicBezTo>
                    <a:cubicBezTo>
                      <a:pt x="187026" y="40271"/>
                      <a:pt x="193221" y="51500"/>
                      <a:pt x="197481" y="64149"/>
                    </a:cubicBezTo>
                    <a:cubicBezTo>
                      <a:pt x="201740" y="76798"/>
                      <a:pt x="203547" y="90609"/>
                      <a:pt x="203289" y="105452"/>
                    </a:cubicBezTo>
                    <a:cubicBezTo>
                      <a:pt x="203289" y="109195"/>
                      <a:pt x="203160" y="112809"/>
                      <a:pt x="202902" y="116294"/>
                    </a:cubicBezTo>
                    <a:cubicBezTo>
                      <a:pt x="202644" y="119779"/>
                      <a:pt x="202128" y="123264"/>
                      <a:pt x="201353" y="126749"/>
                    </a:cubicBezTo>
                    <a:lnTo>
                      <a:pt x="56017" y="126749"/>
                    </a:lnTo>
                    <a:cubicBezTo>
                      <a:pt x="56792" y="134752"/>
                      <a:pt x="59115" y="142238"/>
                      <a:pt x="62858" y="148821"/>
                    </a:cubicBezTo>
                    <a:cubicBezTo>
                      <a:pt x="66601" y="155532"/>
                      <a:pt x="71893" y="160824"/>
                      <a:pt x="78734" y="164696"/>
                    </a:cubicBezTo>
                    <a:cubicBezTo>
                      <a:pt x="85575" y="168569"/>
                      <a:pt x="94094" y="170505"/>
                      <a:pt x="104291" y="170505"/>
                    </a:cubicBezTo>
                    <a:cubicBezTo>
                      <a:pt x="111002" y="170505"/>
                      <a:pt x="117198" y="169730"/>
                      <a:pt x="122748" y="168310"/>
                    </a:cubicBezTo>
                    <a:cubicBezTo>
                      <a:pt x="128427" y="166891"/>
                      <a:pt x="133203" y="164438"/>
                      <a:pt x="137204" y="161341"/>
                    </a:cubicBezTo>
                    <a:cubicBezTo>
                      <a:pt x="141205" y="158114"/>
                      <a:pt x="144045" y="154371"/>
                      <a:pt x="145723" y="150111"/>
                    </a:cubicBezTo>
                    <a:lnTo>
                      <a:pt x="201224" y="150111"/>
                    </a:lnTo>
                    <a:cubicBezTo>
                      <a:pt x="197739" y="165987"/>
                      <a:pt x="191285" y="178894"/>
                      <a:pt x="181734" y="189091"/>
                    </a:cubicBezTo>
                    <a:cubicBezTo>
                      <a:pt x="172183" y="199288"/>
                      <a:pt x="160695" y="206774"/>
                      <a:pt x="147272" y="211421"/>
                    </a:cubicBezTo>
                    <a:cubicBezTo>
                      <a:pt x="133848" y="216067"/>
                      <a:pt x="119779" y="218520"/>
                      <a:pt x="105065" y="218520"/>
                    </a:cubicBezTo>
                    <a:close/>
                    <a:moveTo>
                      <a:pt x="57308" y="87382"/>
                    </a:moveTo>
                    <a:lnTo>
                      <a:pt x="149466" y="87382"/>
                    </a:lnTo>
                    <a:cubicBezTo>
                      <a:pt x="149208" y="80154"/>
                      <a:pt x="147401" y="73313"/>
                      <a:pt x="144045" y="66989"/>
                    </a:cubicBezTo>
                    <a:cubicBezTo>
                      <a:pt x="140689" y="60664"/>
                      <a:pt x="135784" y="55630"/>
                      <a:pt x="129202" y="51758"/>
                    </a:cubicBezTo>
                    <a:cubicBezTo>
                      <a:pt x="122619" y="47886"/>
                      <a:pt x="114229" y="45950"/>
                      <a:pt x="104032" y="45950"/>
                    </a:cubicBezTo>
                    <a:cubicBezTo>
                      <a:pt x="93836" y="45950"/>
                      <a:pt x="85317" y="48015"/>
                      <a:pt x="78476" y="52016"/>
                    </a:cubicBezTo>
                    <a:cubicBezTo>
                      <a:pt x="71635" y="56017"/>
                      <a:pt x="66472" y="61180"/>
                      <a:pt x="63116" y="67505"/>
                    </a:cubicBezTo>
                    <a:cubicBezTo>
                      <a:pt x="59761" y="73829"/>
                      <a:pt x="57825" y="80412"/>
                      <a:pt x="57308" y="8738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8F066D7-91DD-580B-04A1-AEBD04813708}"/>
                  </a:ext>
                </a:extLst>
              </p:cNvPr>
              <p:cNvSpPr/>
              <p:nvPr/>
            </p:nvSpPr>
            <p:spPr>
              <a:xfrm>
                <a:off x="9500138" y="1668932"/>
                <a:ext cx="215550" cy="218648"/>
              </a:xfrm>
              <a:custGeom>
                <a:avLst/>
                <a:gdLst>
                  <a:gd name="connsiteX0" fmla="*/ 94997 w 215550"/>
                  <a:gd name="connsiteY0" fmla="*/ 218649 h 218648"/>
                  <a:gd name="connsiteX1" fmla="*/ 53307 w 215550"/>
                  <a:gd name="connsiteY1" fmla="*/ 210388 h 218648"/>
                  <a:gd name="connsiteX2" fmla="*/ 23491 w 215550"/>
                  <a:gd name="connsiteY2" fmla="*/ 187413 h 218648"/>
                  <a:gd name="connsiteX3" fmla="*/ 5808 w 215550"/>
                  <a:gd name="connsiteY3" fmla="*/ 153209 h 218648"/>
                  <a:gd name="connsiteX4" fmla="*/ 0 w 215550"/>
                  <a:gd name="connsiteY4" fmla="*/ 110744 h 218648"/>
                  <a:gd name="connsiteX5" fmla="*/ 11875 w 215550"/>
                  <a:gd name="connsiteY5" fmla="*/ 53178 h 218648"/>
                  <a:gd name="connsiteX6" fmla="*/ 46337 w 215550"/>
                  <a:gd name="connsiteY6" fmla="*/ 14069 h 218648"/>
                  <a:gd name="connsiteX7" fmla="*/ 101064 w 215550"/>
                  <a:gd name="connsiteY7" fmla="*/ 0 h 218648"/>
                  <a:gd name="connsiteX8" fmla="*/ 134106 w 215550"/>
                  <a:gd name="connsiteY8" fmla="*/ 5808 h 218648"/>
                  <a:gd name="connsiteX9" fmla="*/ 160308 w 215550"/>
                  <a:gd name="connsiteY9" fmla="*/ 23749 h 218648"/>
                  <a:gd name="connsiteX10" fmla="*/ 162373 w 215550"/>
                  <a:gd name="connsiteY10" fmla="*/ 3614 h 218648"/>
                  <a:gd name="connsiteX11" fmla="*/ 215551 w 215550"/>
                  <a:gd name="connsiteY11" fmla="*/ 3614 h 218648"/>
                  <a:gd name="connsiteX12" fmla="*/ 215551 w 215550"/>
                  <a:gd name="connsiteY12" fmla="*/ 215680 h 218648"/>
                  <a:gd name="connsiteX13" fmla="*/ 161211 w 215550"/>
                  <a:gd name="connsiteY13" fmla="*/ 215680 h 218648"/>
                  <a:gd name="connsiteX14" fmla="*/ 160050 w 215550"/>
                  <a:gd name="connsiteY14" fmla="*/ 194770 h 218648"/>
                  <a:gd name="connsiteX15" fmla="*/ 129847 w 215550"/>
                  <a:gd name="connsiteY15" fmla="*/ 212840 h 218648"/>
                  <a:gd name="connsiteX16" fmla="*/ 95255 w 215550"/>
                  <a:gd name="connsiteY16" fmla="*/ 218520 h 218648"/>
                  <a:gd name="connsiteX17" fmla="*/ 107905 w 215550"/>
                  <a:gd name="connsiteY17" fmla="*/ 167923 h 218648"/>
                  <a:gd name="connsiteX18" fmla="*/ 136042 w 215550"/>
                  <a:gd name="connsiteY18" fmla="*/ 159921 h 218648"/>
                  <a:gd name="connsiteX19" fmla="*/ 153209 w 215550"/>
                  <a:gd name="connsiteY19" fmla="*/ 138624 h 218648"/>
                  <a:gd name="connsiteX20" fmla="*/ 159017 w 215550"/>
                  <a:gd name="connsiteY20" fmla="*/ 109583 h 218648"/>
                  <a:gd name="connsiteX21" fmla="*/ 153209 w 215550"/>
                  <a:gd name="connsiteY21" fmla="*/ 80412 h 218648"/>
                  <a:gd name="connsiteX22" fmla="*/ 135913 w 215550"/>
                  <a:gd name="connsiteY22" fmla="*/ 59502 h 218648"/>
                  <a:gd name="connsiteX23" fmla="*/ 107130 w 215550"/>
                  <a:gd name="connsiteY23" fmla="*/ 51629 h 218648"/>
                  <a:gd name="connsiteX24" fmla="*/ 78089 w 215550"/>
                  <a:gd name="connsiteY24" fmla="*/ 59631 h 218648"/>
                  <a:gd name="connsiteX25" fmla="*/ 61568 w 215550"/>
                  <a:gd name="connsiteY25" fmla="*/ 80799 h 218648"/>
                  <a:gd name="connsiteX26" fmla="*/ 56276 w 215550"/>
                  <a:gd name="connsiteY26" fmla="*/ 109195 h 218648"/>
                  <a:gd name="connsiteX27" fmla="*/ 61568 w 215550"/>
                  <a:gd name="connsiteY27" fmla="*/ 137978 h 218648"/>
                  <a:gd name="connsiteX28" fmla="*/ 78089 w 215550"/>
                  <a:gd name="connsiteY28" fmla="*/ 159663 h 218648"/>
                  <a:gd name="connsiteX29" fmla="*/ 107905 w 215550"/>
                  <a:gd name="connsiteY29" fmla="*/ 167923 h 21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15550" h="218648">
                    <a:moveTo>
                      <a:pt x="94997" y="218649"/>
                    </a:moveTo>
                    <a:cubicBezTo>
                      <a:pt x="79121" y="218649"/>
                      <a:pt x="65311" y="215938"/>
                      <a:pt x="53307" y="210388"/>
                    </a:cubicBezTo>
                    <a:cubicBezTo>
                      <a:pt x="41303" y="204838"/>
                      <a:pt x="31494" y="197223"/>
                      <a:pt x="23491" y="187413"/>
                    </a:cubicBezTo>
                    <a:cubicBezTo>
                      <a:pt x="15489" y="177604"/>
                      <a:pt x="9680" y="166245"/>
                      <a:pt x="5808" y="153209"/>
                    </a:cubicBezTo>
                    <a:cubicBezTo>
                      <a:pt x="1936" y="140173"/>
                      <a:pt x="0" y="126104"/>
                      <a:pt x="0" y="110744"/>
                    </a:cubicBezTo>
                    <a:cubicBezTo>
                      <a:pt x="0" y="89060"/>
                      <a:pt x="4001" y="69828"/>
                      <a:pt x="11875" y="53178"/>
                    </a:cubicBezTo>
                    <a:cubicBezTo>
                      <a:pt x="19748" y="36528"/>
                      <a:pt x="31236" y="23491"/>
                      <a:pt x="46337" y="14069"/>
                    </a:cubicBezTo>
                    <a:cubicBezTo>
                      <a:pt x="61309" y="4647"/>
                      <a:pt x="79638" y="0"/>
                      <a:pt x="101064" y="0"/>
                    </a:cubicBezTo>
                    <a:cubicBezTo>
                      <a:pt x="112551" y="0"/>
                      <a:pt x="123651" y="1936"/>
                      <a:pt x="134106" y="5808"/>
                    </a:cubicBezTo>
                    <a:cubicBezTo>
                      <a:pt x="144561" y="9680"/>
                      <a:pt x="153338" y="15618"/>
                      <a:pt x="160308" y="23749"/>
                    </a:cubicBezTo>
                    <a:lnTo>
                      <a:pt x="162373" y="3614"/>
                    </a:lnTo>
                    <a:lnTo>
                      <a:pt x="215551" y="3614"/>
                    </a:lnTo>
                    <a:lnTo>
                      <a:pt x="215551" y="215680"/>
                    </a:lnTo>
                    <a:lnTo>
                      <a:pt x="161211" y="215680"/>
                    </a:lnTo>
                    <a:lnTo>
                      <a:pt x="160050" y="194770"/>
                    </a:lnTo>
                    <a:cubicBezTo>
                      <a:pt x="151144" y="203031"/>
                      <a:pt x="141076" y="209097"/>
                      <a:pt x="129847" y="212840"/>
                    </a:cubicBezTo>
                    <a:cubicBezTo>
                      <a:pt x="118618" y="216584"/>
                      <a:pt x="107001" y="218520"/>
                      <a:pt x="95255" y="218520"/>
                    </a:cubicBezTo>
                    <a:close/>
                    <a:moveTo>
                      <a:pt x="107905" y="167923"/>
                    </a:moveTo>
                    <a:cubicBezTo>
                      <a:pt x="119134" y="167923"/>
                      <a:pt x="128556" y="165213"/>
                      <a:pt x="136042" y="159921"/>
                    </a:cubicBezTo>
                    <a:cubicBezTo>
                      <a:pt x="143529" y="154500"/>
                      <a:pt x="149208" y="147401"/>
                      <a:pt x="153209" y="138624"/>
                    </a:cubicBezTo>
                    <a:cubicBezTo>
                      <a:pt x="157081" y="129718"/>
                      <a:pt x="159017" y="120166"/>
                      <a:pt x="159017" y="109583"/>
                    </a:cubicBezTo>
                    <a:cubicBezTo>
                      <a:pt x="159017" y="98999"/>
                      <a:pt x="157081" y="89189"/>
                      <a:pt x="153209" y="80412"/>
                    </a:cubicBezTo>
                    <a:cubicBezTo>
                      <a:pt x="149337" y="71635"/>
                      <a:pt x="143529" y="64665"/>
                      <a:pt x="135913" y="59502"/>
                    </a:cubicBezTo>
                    <a:cubicBezTo>
                      <a:pt x="128298" y="54210"/>
                      <a:pt x="118618" y="51629"/>
                      <a:pt x="107130" y="51629"/>
                    </a:cubicBezTo>
                    <a:cubicBezTo>
                      <a:pt x="95643" y="51629"/>
                      <a:pt x="85704" y="54340"/>
                      <a:pt x="78089" y="59631"/>
                    </a:cubicBezTo>
                    <a:cubicBezTo>
                      <a:pt x="70603" y="65053"/>
                      <a:pt x="65053" y="72022"/>
                      <a:pt x="61568" y="80799"/>
                    </a:cubicBezTo>
                    <a:cubicBezTo>
                      <a:pt x="58083" y="89576"/>
                      <a:pt x="56276" y="98999"/>
                      <a:pt x="56276" y="109195"/>
                    </a:cubicBezTo>
                    <a:cubicBezTo>
                      <a:pt x="56276" y="119392"/>
                      <a:pt x="57954" y="128943"/>
                      <a:pt x="61568" y="137978"/>
                    </a:cubicBezTo>
                    <a:cubicBezTo>
                      <a:pt x="65053" y="147014"/>
                      <a:pt x="70603" y="154242"/>
                      <a:pt x="78089" y="159663"/>
                    </a:cubicBezTo>
                    <a:cubicBezTo>
                      <a:pt x="85575" y="165084"/>
                      <a:pt x="95514" y="167923"/>
                      <a:pt x="107905" y="16792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63388A0-D6A1-40B0-CB23-9F3E4450CB00}"/>
                </a:ext>
              </a:extLst>
            </p:cNvPr>
            <p:cNvSpPr/>
            <p:nvPr/>
          </p:nvSpPr>
          <p:spPr>
            <a:xfrm>
              <a:off x="8827081" y="2024583"/>
              <a:ext cx="195948" cy="195948"/>
            </a:xfrm>
            <a:custGeom>
              <a:avLst/>
              <a:gdLst>
                <a:gd name="connsiteX0" fmla="*/ 104363 w 195948"/>
                <a:gd name="connsiteY0" fmla="*/ 202 h 195948"/>
                <a:gd name="connsiteX1" fmla="*/ 202 w 195948"/>
                <a:gd name="connsiteY1" fmla="*/ 104363 h 195948"/>
                <a:gd name="connsiteX2" fmla="*/ 91585 w 195948"/>
                <a:gd name="connsiteY2" fmla="*/ 195747 h 195948"/>
                <a:gd name="connsiteX3" fmla="*/ 195747 w 195948"/>
                <a:gd name="connsiteY3" fmla="*/ 91585 h 195948"/>
                <a:gd name="connsiteX4" fmla="*/ 104363 w 195948"/>
                <a:gd name="connsiteY4" fmla="*/ 202 h 195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948" h="195948">
                  <a:moveTo>
                    <a:pt x="104363" y="202"/>
                  </a:moveTo>
                  <a:cubicBezTo>
                    <a:pt x="45248" y="-3541"/>
                    <a:pt x="-3541" y="45248"/>
                    <a:pt x="202" y="104363"/>
                  </a:cubicBezTo>
                  <a:cubicBezTo>
                    <a:pt x="3300" y="153153"/>
                    <a:pt x="42796" y="192649"/>
                    <a:pt x="91585" y="195747"/>
                  </a:cubicBezTo>
                  <a:cubicBezTo>
                    <a:pt x="150700" y="199490"/>
                    <a:pt x="199490" y="150701"/>
                    <a:pt x="195747" y="91585"/>
                  </a:cubicBezTo>
                  <a:cubicBezTo>
                    <a:pt x="192649" y="42796"/>
                    <a:pt x="153153" y="3300"/>
                    <a:pt x="104363" y="202"/>
                  </a:cubicBezTo>
                  <a:close/>
                </a:path>
              </a:pathLst>
            </a:custGeom>
            <a:grpFill/>
            <a:ln w="1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52" name="Graphic 5">
              <a:extLst>
                <a:ext uri="{FF2B5EF4-FFF2-40B4-BE49-F238E27FC236}">
                  <a16:creationId xmlns:a16="http://schemas.microsoft.com/office/drawing/2014/main" id="{84FEC7CC-F559-E35A-5D4F-2F98076EB278}"/>
                </a:ext>
              </a:extLst>
            </p:cNvPr>
            <p:cNvGrpSpPr/>
            <p:nvPr/>
          </p:nvGrpSpPr>
          <p:grpSpPr>
            <a:xfrm>
              <a:off x="8080987" y="2068411"/>
              <a:ext cx="2318915" cy="821933"/>
              <a:chOff x="8080987" y="2068411"/>
              <a:chExt cx="2318915" cy="821933"/>
            </a:xfrm>
            <a:grpFill/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C187C70-ABAC-4A72-BE9B-42AB60C15F5D}"/>
                  </a:ext>
                </a:extLst>
              </p:cNvPr>
              <p:cNvSpPr/>
              <p:nvPr/>
            </p:nvSpPr>
            <p:spPr>
              <a:xfrm>
                <a:off x="8080987" y="2086094"/>
                <a:ext cx="645620" cy="786438"/>
              </a:xfrm>
              <a:custGeom>
                <a:avLst/>
                <a:gdLst>
                  <a:gd name="connsiteX0" fmla="*/ 636198 w 645620"/>
                  <a:gd name="connsiteY0" fmla="*/ 0 h 786438"/>
                  <a:gd name="connsiteX1" fmla="*/ 478601 w 645620"/>
                  <a:gd name="connsiteY1" fmla="*/ 0 h 786438"/>
                  <a:gd name="connsiteX2" fmla="*/ 469178 w 645620"/>
                  <a:gd name="connsiteY2" fmla="*/ 9422 h 786438"/>
                  <a:gd name="connsiteX3" fmla="*/ 469178 w 645620"/>
                  <a:gd name="connsiteY3" fmla="*/ 471760 h 786438"/>
                  <a:gd name="connsiteX4" fmla="*/ 463370 w 645620"/>
                  <a:gd name="connsiteY4" fmla="*/ 473309 h 786438"/>
                  <a:gd name="connsiteX5" fmla="*/ 190511 w 645620"/>
                  <a:gd name="connsiteY5" fmla="*/ 4647 h 786438"/>
                  <a:gd name="connsiteX6" fmla="*/ 182379 w 645620"/>
                  <a:gd name="connsiteY6" fmla="*/ 0 h 786438"/>
                  <a:gd name="connsiteX7" fmla="*/ 9422 w 645620"/>
                  <a:gd name="connsiteY7" fmla="*/ 0 h 786438"/>
                  <a:gd name="connsiteX8" fmla="*/ 0 w 645620"/>
                  <a:gd name="connsiteY8" fmla="*/ 9422 h 786438"/>
                  <a:gd name="connsiteX9" fmla="*/ 0 w 645620"/>
                  <a:gd name="connsiteY9" fmla="*/ 777016 h 786438"/>
                  <a:gd name="connsiteX10" fmla="*/ 9422 w 645620"/>
                  <a:gd name="connsiteY10" fmla="*/ 786438 h 786438"/>
                  <a:gd name="connsiteX11" fmla="*/ 167020 w 645620"/>
                  <a:gd name="connsiteY11" fmla="*/ 786438 h 786438"/>
                  <a:gd name="connsiteX12" fmla="*/ 176442 w 645620"/>
                  <a:gd name="connsiteY12" fmla="*/ 777016 h 786438"/>
                  <a:gd name="connsiteX13" fmla="*/ 176442 w 645620"/>
                  <a:gd name="connsiteY13" fmla="*/ 316486 h 786438"/>
                  <a:gd name="connsiteX14" fmla="*/ 182250 w 645620"/>
                  <a:gd name="connsiteY14" fmla="*/ 314937 h 786438"/>
                  <a:gd name="connsiteX15" fmla="*/ 455109 w 645620"/>
                  <a:gd name="connsiteY15" fmla="*/ 781792 h 786438"/>
                  <a:gd name="connsiteX16" fmla="*/ 463241 w 645620"/>
                  <a:gd name="connsiteY16" fmla="*/ 786438 h 786438"/>
                  <a:gd name="connsiteX17" fmla="*/ 636198 w 645620"/>
                  <a:gd name="connsiteY17" fmla="*/ 786438 h 786438"/>
                  <a:gd name="connsiteX18" fmla="*/ 645620 w 645620"/>
                  <a:gd name="connsiteY18" fmla="*/ 777016 h 786438"/>
                  <a:gd name="connsiteX19" fmla="*/ 645620 w 645620"/>
                  <a:gd name="connsiteY19" fmla="*/ 9422 h 786438"/>
                  <a:gd name="connsiteX20" fmla="*/ 636198 w 645620"/>
                  <a:gd name="connsiteY20" fmla="*/ 0 h 786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45620" h="786438">
                    <a:moveTo>
                      <a:pt x="636198" y="0"/>
                    </a:moveTo>
                    <a:lnTo>
                      <a:pt x="478601" y="0"/>
                    </a:lnTo>
                    <a:cubicBezTo>
                      <a:pt x="473438" y="0"/>
                      <a:pt x="469178" y="4259"/>
                      <a:pt x="469178" y="9422"/>
                    </a:cubicBezTo>
                    <a:lnTo>
                      <a:pt x="469178" y="471760"/>
                    </a:lnTo>
                    <a:cubicBezTo>
                      <a:pt x="469178" y="474987"/>
                      <a:pt x="464919" y="476148"/>
                      <a:pt x="463370" y="473309"/>
                    </a:cubicBezTo>
                    <a:lnTo>
                      <a:pt x="190511" y="4647"/>
                    </a:lnTo>
                    <a:cubicBezTo>
                      <a:pt x="188833" y="1807"/>
                      <a:pt x="185735" y="0"/>
                      <a:pt x="182379" y="0"/>
                    </a:cubicBezTo>
                    <a:lnTo>
                      <a:pt x="9422" y="0"/>
                    </a:lnTo>
                    <a:cubicBezTo>
                      <a:pt x="4259" y="0"/>
                      <a:pt x="0" y="4259"/>
                      <a:pt x="0" y="9422"/>
                    </a:cubicBezTo>
                    <a:lnTo>
                      <a:pt x="0" y="777016"/>
                    </a:lnTo>
                    <a:cubicBezTo>
                      <a:pt x="0" y="782179"/>
                      <a:pt x="4259" y="786438"/>
                      <a:pt x="9422" y="786438"/>
                    </a:cubicBezTo>
                    <a:lnTo>
                      <a:pt x="167020" y="786438"/>
                    </a:lnTo>
                    <a:cubicBezTo>
                      <a:pt x="172183" y="786438"/>
                      <a:pt x="176442" y="782179"/>
                      <a:pt x="176442" y="777016"/>
                    </a:cubicBezTo>
                    <a:lnTo>
                      <a:pt x="176442" y="316486"/>
                    </a:lnTo>
                    <a:cubicBezTo>
                      <a:pt x="176442" y="313259"/>
                      <a:pt x="180701" y="312097"/>
                      <a:pt x="182250" y="314937"/>
                    </a:cubicBezTo>
                    <a:lnTo>
                      <a:pt x="455109" y="781792"/>
                    </a:lnTo>
                    <a:cubicBezTo>
                      <a:pt x="456787" y="784631"/>
                      <a:pt x="459885" y="786438"/>
                      <a:pt x="463241" y="786438"/>
                    </a:cubicBezTo>
                    <a:lnTo>
                      <a:pt x="636198" y="786438"/>
                    </a:lnTo>
                    <a:cubicBezTo>
                      <a:pt x="641361" y="786438"/>
                      <a:pt x="645620" y="782179"/>
                      <a:pt x="645620" y="777016"/>
                    </a:cubicBezTo>
                    <a:lnTo>
                      <a:pt x="645620" y="9422"/>
                    </a:lnTo>
                    <a:cubicBezTo>
                      <a:pt x="645620" y="4259"/>
                      <a:pt x="641361" y="0"/>
                      <a:pt x="636198" y="0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EEA5F8D-A68A-8926-13B5-B79319EC0839}"/>
                  </a:ext>
                </a:extLst>
              </p:cNvPr>
              <p:cNvSpPr/>
              <p:nvPr/>
            </p:nvSpPr>
            <p:spPr>
              <a:xfrm>
                <a:off x="8843805" y="2271737"/>
                <a:ext cx="162502" cy="600795"/>
              </a:xfrm>
              <a:custGeom>
                <a:avLst/>
                <a:gdLst>
                  <a:gd name="connsiteX0" fmla="*/ 151015 w 162502"/>
                  <a:gd name="connsiteY0" fmla="*/ 222 h 600795"/>
                  <a:gd name="connsiteX1" fmla="*/ 81187 w 162502"/>
                  <a:gd name="connsiteY1" fmla="*/ 7579 h 600795"/>
                  <a:gd name="connsiteX2" fmla="*/ 11358 w 162502"/>
                  <a:gd name="connsiteY2" fmla="*/ 222 h 600795"/>
                  <a:gd name="connsiteX3" fmla="*/ 0 w 162502"/>
                  <a:gd name="connsiteY3" fmla="*/ 9386 h 600795"/>
                  <a:gd name="connsiteX4" fmla="*/ 0 w 162502"/>
                  <a:gd name="connsiteY4" fmla="*/ 591373 h 600795"/>
                  <a:gd name="connsiteX5" fmla="*/ 9422 w 162502"/>
                  <a:gd name="connsiteY5" fmla="*/ 600796 h 600795"/>
                  <a:gd name="connsiteX6" fmla="*/ 153080 w 162502"/>
                  <a:gd name="connsiteY6" fmla="*/ 600796 h 600795"/>
                  <a:gd name="connsiteX7" fmla="*/ 162502 w 162502"/>
                  <a:gd name="connsiteY7" fmla="*/ 591373 h 600795"/>
                  <a:gd name="connsiteX8" fmla="*/ 162502 w 162502"/>
                  <a:gd name="connsiteY8" fmla="*/ 9386 h 600795"/>
                  <a:gd name="connsiteX9" fmla="*/ 151144 w 162502"/>
                  <a:gd name="connsiteY9" fmla="*/ 222 h 60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502" h="600795">
                    <a:moveTo>
                      <a:pt x="151015" y="222"/>
                    </a:moveTo>
                    <a:cubicBezTo>
                      <a:pt x="128943" y="4997"/>
                      <a:pt x="105581" y="7579"/>
                      <a:pt x="81187" y="7579"/>
                    </a:cubicBezTo>
                    <a:cubicBezTo>
                      <a:pt x="56792" y="7579"/>
                      <a:pt x="33430" y="4997"/>
                      <a:pt x="11358" y="222"/>
                    </a:cubicBezTo>
                    <a:cubicBezTo>
                      <a:pt x="5550" y="-1069"/>
                      <a:pt x="0" y="3448"/>
                      <a:pt x="0" y="9386"/>
                    </a:cubicBezTo>
                    <a:lnTo>
                      <a:pt x="0" y="591373"/>
                    </a:lnTo>
                    <a:cubicBezTo>
                      <a:pt x="0" y="596536"/>
                      <a:pt x="4259" y="600796"/>
                      <a:pt x="9422" y="600796"/>
                    </a:cubicBezTo>
                    <a:lnTo>
                      <a:pt x="153080" y="600796"/>
                    </a:lnTo>
                    <a:cubicBezTo>
                      <a:pt x="158243" y="600796"/>
                      <a:pt x="162502" y="596536"/>
                      <a:pt x="162502" y="591373"/>
                    </a:cubicBezTo>
                    <a:lnTo>
                      <a:pt x="162502" y="9386"/>
                    </a:lnTo>
                    <a:cubicBezTo>
                      <a:pt x="162502" y="3448"/>
                      <a:pt x="156952" y="-1069"/>
                      <a:pt x="151144" y="22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1E59AC9-B325-F556-CFFD-8AF2B71D577B}"/>
                  </a:ext>
                </a:extLst>
              </p:cNvPr>
              <p:cNvSpPr/>
              <p:nvPr/>
            </p:nvSpPr>
            <p:spPr>
              <a:xfrm>
                <a:off x="9882580" y="2086223"/>
                <a:ext cx="517322" cy="786438"/>
              </a:xfrm>
              <a:custGeom>
                <a:avLst/>
                <a:gdLst>
                  <a:gd name="connsiteX0" fmla="*/ 507900 w 517322"/>
                  <a:gd name="connsiteY0" fmla="*/ 642265 h 786438"/>
                  <a:gd name="connsiteX1" fmla="*/ 179669 w 517322"/>
                  <a:gd name="connsiteY1" fmla="*/ 642265 h 786438"/>
                  <a:gd name="connsiteX2" fmla="*/ 176571 w 517322"/>
                  <a:gd name="connsiteY2" fmla="*/ 639167 h 786438"/>
                  <a:gd name="connsiteX3" fmla="*/ 176571 w 517322"/>
                  <a:gd name="connsiteY3" fmla="*/ 468275 h 786438"/>
                  <a:gd name="connsiteX4" fmla="*/ 179669 w 517322"/>
                  <a:gd name="connsiteY4" fmla="*/ 465177 h 786438"/>
                  <a:gd name="connsiteX5" fmla="*/ 447623 w 517322"/>
                  <a:gd name="connsiteY5" fmla="*/ 465177 h 786438"/>
                  <a:gd name="connsiteX6" fmla="*/ 457045 w 517322"/>
                  <a:gd name="connsiteY6" fmla="*/ 455755 h 786438"/>
                  <a:gd name="connsiteX7" fmla="*/ 457045 w 517322"/>
                  <a:gd name="connsiteY7" fmla="*/ 330555 h 786438"/>
                  <a:gd name="connsiteX8" fmla="*/ 447623 w 517322"/>
                  <a:gd name="connsiteY8" fmla="*/ 321132 h 786438"/>
                  <a:gd name="connsiteX9" fmla="*/ 179669 w 517322"/>
                  <a:gd name="connsiteY9" fmla="*/ 321132 h 786438"/>
                  <a:gd name="connsiteX10" fmla="*/ 176571 w 517322"/>
                  <a:gd name="connsiteY10" fmla="*/ 318035 h 786438"/>
                  <a:gd name="connsiteX11" fmla="*/ 176571 w 517322"/>
                  <a:gd name="connsiteY11" fmla="*/ 147143 h 786438"/>
                  <a:gd name="connsiteX12" fmla="*/ 179669 w 517322"/>
                  <a:gd name="connsiteY12" fmla="*/ 144045 h 786438"/>
                  <a:gd name="connsiteX13" fmla="*/ 507900 w 517322"/>
                  <a:gd name="connsiteY13" fmla="*/ 144045 h 786438"/>
                  <a:gd name="connsiteX14" fmla="*/ 517322 w 517322"/>
                  <a:gd name="connsiteY14" fmla="*/ 134623 h 786438"/>
                  <a:gd name="connsiteX15" fmla="*/ 517322 w 517322"/>
                  <a:gd name="connsiteY15" fmla="*/ 9422 h 786438"/>
                  <a:gd name="connsiteX16" fmla="*/ 507900 w 517322"/>
                  <a:gd name="connsiteY16" fmla="*/ 0 h 786438"/>
                  <a:gd name="connsiteX17" fmla="*/ 9422 w 517322"/>
                  <a:gd name="connsiteY17" fmla="*/ 0 h 786438"/>
                  <a:gd name="connsiteX18" fmla="*/ 0 w 517322"/>
                  <a:gd name="connsiteY18" fmla="*/ 9422 h 786438"/>
                  <a:gd name="connsiteX19" fmla="*/ 0 w 517322"/>
                  <a:gd name="connsiteY19" fmla="*/ 777016 h 786438"/>
                  <a:gd name="connsiteX20" fmla="*/ 9422 w 517322"/>
                  <a:gd name="connsiteY20" fmla="*/ 786438 h 786438"/>
                  <a:gd name="connsiteX21" fmla="*/ 507900 w 517322"/>
                  <a:gd name="connsiteY21" fmla="*/ 786438 h 786438"/>
                  <a:gd name="connsiteX22" fmla="*/ 517322 w 517322"/>
                  <a:gd name="connsiteY22" fmla="*/ 777016 h 786438"/>
                  <a:gd name="connsiteX23" fmla="*/ 517322 w 517322"/>
                  <a:gd name="connsiteY23" fmla="*/ 651816 h 786438"/>
                  <a:gd name="connsiteX24" fmla="*/ 507900 w 517322"/>
                  <a:gd name="connsiteY24" fmla="*/ 642394 h 786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17322" h="786438">
                    <a:moveTo>
                      <a:pt x="507900" y="642265"/>
                    </a:moveTo>
                    <a:lnTo>
                      <a:pt x="179669" y="642265"/>
                    </a:lnTo>
                    <a:cubicBezTo>
                      <a:pt x="177991" y="642265"/>
                      <a:pt x="176571" y="640845"/>
                      <a:pt x="176571" y="639167"/>
                    </a:cubicBezTo>
                    <a:lnTo>
                      <a:pt x="176571" y="468275"/>
                    </a:lnTo>
                    <a:cubicBezTo>
                      <a:pt x="176571" y="466597"/>
                      <a:pt x="177991" y="465177"/>
                      <a:pt x="179669" y="465177"/>
                    </a:cubicBezTo>
                    <a:lnTo>
                      <a:pt x="447623" y="465177"/>
                    </a:lnTo>
                    <a:cubicBezTo>
                      <a:pt x="452786" y="465177"/>
                      <a:pt x="457045" y="460918"/>
                      <a:pt x="457045" y="455755"/>
                    </a:cubicBezTo>
                    <a:lnTo>
                      <a:pt x="457045" y="330555"/>
                    </a:lnTo>
                    <a:cubicBezTo>
                      <a:pt x="457045" y="325392"/>
                      <a:pt x="452786" y="321132"/>
                      <a:pt x="447623" y="321132"/>
                    </a:cubicBezTo>
                    <a:lnTo>
                      <a:pt x="179669" y="321132"/>
                    </a:lnTo>
                    <a:cubicBezTo>
                      <a:pt x="177991" y="321132"/>
                      <a:pt x="176571" y="319712"/>
                      <a:pt x="176571" y="318035"/>
                    </a:cubicBezTo>
                    <a:lnTo>
                      <a:pt x="176571" y="147143"/>
                    </a:lnTo>
                    <a:cubicBezTo>
                      <a:pt x="176571" y="145465"/>
                      <a:pt x="177991" y="144045"/>
                      <a:pt x="179669" y="144045"/>
                    </a:cubicBezTo>
                    <a:lnTo>
                      <a:pt x="507900" y="144045"/>
                    </a:lnTo>
                    <a:cubicBezTo>
                      <a:pt x="513063" y="144045"/>
                      <a:pt x="517322" y="139785"/>
                      <a:pt x="517322" y="134623"/>
                    </a:cubicBezTo>
                    <a:lnTo>
                      <a:pt x="517322" y="9422"/>
                    </a:lnTo>
                    <a:cubicBezTo>
                      <a:pt x="517322" y="4259"/>
                      <a:pt x="513063" y="0"/>
                      <a:pt x="507900" y="0"/>
                    </a:cubicBezTo>
                    <a:lnTo>
                      <a:pt x="9422" y="0"/>
                    </a:lnTo>
                    <a:cubicBezTo>
                      <a:pt x="4259" y="0"/>
                      <a:pt x="0" y="4259"/>
                      <a:pt x="0" y="9422"/>
                    </a:cubicBezTo>
                    <a:lnTo>
                      <a:pt x="0" y="777016"/>
                    </a:lnTo>
                    <a:cubicBezTo>
                      <a:pt x="0" y="782179"/>
                      <a:pt x="4259" y="786438"/>
                      <a:pt x="9422" y="786438"/>
                    </a:cubicBezTo>
                    <a:lnTo>
                      <a:pt x="507900" y="786438"/>
                    </a:lnTo>
                    <a:cubicBezTo>
                      <a:pt x="513063" y="786438"/>
                      <a:pt x="517322" y="782179"/>
                      <a:pt x="517322" y="777016"/>
                    </a:cubicBezTo>
                    <a:lnTo>
                      <a:pt x="517322" y="651816"/>
                    </a:lnTo>
                    <a:cubicBezTo>
                      <a:pt x="517322" y="646653"/>
                      <a:pt x="513063" y="642394"/>
                      <a:pt x="507900" y="642394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3D6C1EA-868B-616C-4657-D010E2B6936E}"/>
                  </a:ext>
                </a:extLst>
              </p:cNvPr>
              <p:cNvSpPr/>
              <p:nvPr/>
            </p:nvSpPr>
            <p:spPr>
              <a:xfrm>
                <a:off x="9106596" y="2068411"/>
                <a:ext cx="675587" cy="821933"/>
              </a:xfrm>
              <a:custGeom>
                <a:avLst/>
                <a:gdLst>
                  <a:gd name="connsiteX0" fmla="*/ 666272 w 675587"/>
                  <a:gd name="connsiteY0" fmla="*/ 512805 h 821933"/>
                  <a:gd name="connsiteX1" fmla="*/ 499639 w 675587"/>
                  <a:gd name="connsiteY1" fmla="*/ 512805 h 821933"/>
                  <a:gd name="connsiteX2" fmla="*/ 490346 w 675587"/>
                  <a:gd name="connsiteY2" fmla="*/ 520420 h 821933"/>
                  <a:gd name="connsiteX3" fmla="*/ 446849 w 675587"/>
                  <a:gd name="connsiteY3" fmla="*/ 622000 h 821933"/>
                  <a:gd name="connsiteX4" fmla="*/ 344882 w 675587"/>
                  <a:gd name="connsiteY4" fmla="*/ 664594 h 821933"/>
                  <a:gd name="connsiteX5" fmla="*/ 257629 w 675587"/>
                  <a:gd name="connsiteY5" fmla="*/ 633617 h 821933"/>
                  <a:gd name="connsiteX6" fmla="*/ 201353 w 675587"/>
                  <a:gd name="connsiteY6" fmla="*/ 546106 h 821933"/>
                  <a:gd name="connsiteX7" fmla="*/ 181605 w 675587"/>
                  <a:gd name="connsiteY7" fmla="*/ 412128 h 821933"/>
                  <a:gd name="connsiteX8" fmla="*/ 200320 w 675587"/>
                  <a:gd name="connsiteY8" fmla="*/ 279184 h 821933"/>
                  <a:gd name="connsiteX9" fmla="*/ 256080 w 675587"/>
                  <a:gd name="connsiteY9" fmla="*/ 189478 h 821933"/>
                  <a:gd name="connsiteX10" fmla="*/ 345785 w 675587"/>
                  <a:gd name="connsiteY10" fmla="*/ 157339 h 821933"/>
                  <a:gd name="connsiteX11" fmla="*/ 443106 w 675587"/>
                  <a:gd name="connsiteY11" fmla="*/ 197223 h 821933"/>
                  <a:gd name="connsiteX12" fmla="*/ 488668 w 675587"/>
                  <a:gd name="connsiteY12" fmla="*/ 290929 h 821933"/>
                  <a:gd name="connsiteX13" fmla="*/ 497832 w 675587"/>
                  <a:gd name="connsiteY13" fmla="*/ 298286 h 821933"/>
                  <a:gd name="connsiteX14" fmla="*/ 663820 w 675587"/>
                  <a:gd name="connsiteY14" fmla="*/ 298286 h 821933"/>
                  <a:gd name="connsiteX15" fmla="*/ 673113 w 675587"/>
                  <a:gd name="connsiteY15" fmla="*/ 287057 h 821933"/>
                  <a:gd name="connsiteX16" fmla="*/ 571404 w 675587"/>
                  <a:gd name="connsiteY16" fmla="*/ 77573 h 821933"/>
                  <a:gd name="connsiteX17" fmla="*/ 345785 w 675587"/>
                  <a:gd name="connsiteY17" fmla="*/ 0 h 821933"/>
                  <a:gd name="connsiteX18" fmla="*/ 162244 w 675587"/>
                  <a:gd name="connsiteY18" fmla="*/ 50984 h 821933"/>
                  <a:gd name="connsiteX19" fmla="*/ 42078 w 675587"/>
                  <a:gd name="connsiteY19" fmla="*/ 194383 h 821933"/>
                  <a:gd name="connsiteX20" fmla="*/ 0 w 675587"/>
                  <a:gd name="connsiteY20" fmla="*/ 411999 h 821933"/>
                  <a:gd name="connsiteX21" fmla="*/ 44143 w 675587"/>
                  <a:gd name="connsiteY21" fmla="*/ 632971 h 821933"/>
                  <a:gd name="connsiteX22" fmla="*/ 165858 w 675587"/>
                  <a:gd name="connsiteY22" fmla="*/ 773144 h 821933"/>
                  <a:gd name="connsiteX23" fmla="*/ 342816 w 675587"/>
                  <a:gd name="connsiteY23" fmla="*/ 821933 h 821933"/>
                  <a:gd name="connsiteX24" fmla="*/ 508158 w 675587"/>
                  <a:gd name="connsiteY24" fmla="*/ 785406 h 821933"/>
                  <a:gd name="connsiteX25" fmla="*/ 619677 w 675587"/>
                  <a:gd name="connsiteY25" fmla="*/ 679566 h 821933"/>
                  <a:gd name="connsiteX26" fmla="*/ 675436 w 675587"/>
                  <a:gd name="connsiteY26" fmla="*/ 523905 h 821933"/>
                  <a:gd name="connsiteX27" fmla="*/ 666143 w 675587"/>
                  <a:gd name="connsiteY27" fmla="*/ 512805 h 821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75587" h="821933">
                    <a:moveTo>
                      <a:pt x="666272" y="512805"/>
                    </a:moveTo>
                    <a:lnTo>
                      <a:pt x="499639" y="512805"/>
                    </a:lnTo>
                    <a:cubicBezTo>
                      <a:pt x="495122" y="512805"/>
                      <a:pt x="491250" y="516032"/>
                      <a:pt x="490346" y="520420"/>
                    </a:cubicBezTo>
                    <a:cubicBezTo>
                      <a:pt x="482602" y="562885"/>
                      <a:pt x="468146" y="596702"/>
                      <a:pt x="446849" y="622000"/>
                    </a:cubicBezTo>
                    <a:cubicBezTo>
                      <a:pt x="422841" y="650396"/>
                      <a:pt x="388895" y="664594"/>
                      <a:pt x="344882" y="664594"/>
                    </a:cubicBezTo>
                    <a:cubicBezTo>
                      <a:pt x="311065" y="664594"/>
                      <a:pt x="282023" y="654268"/>
                      <a:pt x="257629" y="633617"/>
                    </a:cubicBezTo>
                    <a:cubicBezTo>
                      <a:pt x="233234" y="612965"/>
                      <a:pt x="214518" y="583795"/>
                      <a:pt x="201353" y="546106"/>
                    </a:cubicBezTo>
                    <a:cubicBezTo>
                      <a:pt x="188188" y="508416"/>
                      <a:pt x="181605" y="463757"/>
                      <a:pt x="181605" y="412128"/>
                    </a:cubicBezTo>
                    <a:cubicBezTo>
                      <a:pt x="181605" y="361919"/>
                      <a:pt x="187800" y="317647"/>
                      <a:pt x="200320" y="279184"/>
                    </a:cubicBezTo>
                    <a:cubicBezTo>
                      <a:pt x="212840" y="240849"/>
                      <a:pt x="231427" y="210904"/>
                      <a:pt x="256080" y="189478"/>
                    </a:cubicBezTo>
                    <a:cubicBezTo>
                      <a:pt x="280733" y="168052"/>
                      <a:pt x="310677" y="157339"/>
                      <a:pt x="345785" y="157339"/>
                    </a:cubicBezTo>
                    <a:cubicBezTo>
                      <a:pt x="385668" y="157339"/>
                      <a:pt x="418066" y="170634"/>
                      <a:pt x="443106" y="197223"/>
                    </a:cubicBezTo>
                    <a:cubicBezTo>
                      <a:pt x="465048" y="220456"/>
                      <a:pt x="480149" y="251820"/>
                      <a:pt x="488668" y="290929"/>
                    </a:cubicBezTo>
                    <a:cubicBezTo>
                      <a:pt x="489572" y="295189"/>
                      <a:pt x="493444" y="298286"/>
                      <a:pt x="497832" y="298286"/>
                    </a:cubicBezTo>
                    <a:lnTo>
                      <a:pt x="663820" y="298286"/>
                    </a:lnTo>
                    <a:cubicBezTo>
                      <a:pt x="669757" y="298286"/>
                      <a:pt x="674145" y="292865"/>
                      <a:pt x="673113" y="287057"/>
                    </a:cubicBezTo>
                    <a:cubicBezTo>
                      <a:pt x="656592" y="196706"/>
                      <a:pt x="622774" y="126878"/>
                      <a:pt x="571404" y="77573"/>
                    </a:cubicBezTo>
                    <a:cubicBezTo>
                      <a:pt x="517710" y="25944"/>
                      <a:pt x="442460" y="0"/>
                      <a:pt x="345785" y="0"/>
                    </a:cubicBezTo>
                    <a:cubicBezTo>
                      <a:pt x="275441" y="0"/>
                      <a:pt x="214260" y="17038"/>
                      <a:pt x="162244" y="50984"/>
                    </a:cubicBezTo>
                    <a:cubicBezTo>
                      <a:pt x="110228" y="84930"/>
                      <a:pt x="70086" y="132816"/>
                      <a:pt x="42078" y="194383"/>
                    </a:cubicBezTo>
                    <a:cubicBezTo>
                      <a:pt x="14069" y="256080"/>
                      <a:pt x="0" y="328618"/>
                      <a:pt x="0" y="411999"/>
                    </a:cubicBezTo>
                    <a:cubicBezTo>
                      <a:pt x="0" y="495380"/>
                      <a:pt x="14714" y="572049"/>
                      <a:pt x="44143" y="632971"/>
                    </a:cubicBezTo>
                    <a:cubicBezTo>
                      <a:pt x="73571" y="693893"/>
                      <a:pt x="114100" y="740618"/>
                      <a:pt x="165858" y="773144"/>
                    </a:cubicBezTo>
                    <a:cubicBezTo>
                      <a:pt x="217616" y="805670"/>
                      <a:pt x="276602" y="821933"/>
                      <a:pt x="342816" y="821933"/>
                    </a:cubicBezTo>
                    <a:cubicBezTo>
                      <a:pt x="407094" y="821933"/>
                      <a:pt x="462208" y="809801"/>
                      <a:pt x="508158" y="785406"/>
                    </a:cubicBezTo>
                    <a:cubicBezTo>
                      <a:pt x="554108" y="761011"/>
                      <a:pt x="591281" y="725774"/>
                      <a:pt x="619677" y="679566"/>
                    </a:cubicBezTo>
                    <a:cubicBezTo>
                      <a:pt x="646266" y="636327"/>
                      <a:pt x="664852" y="584440"/>
                      <a:pt x="675436" y="523905"/>
                    </a:cubicBezTo>
                    <a:cubicBezTo>
                      <a:pt x="676469" y="518097"/>
                      <a:pt x="672080" y="512805"/>
                      <a:pt x="666143" y="512805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3" name="Graphic 5">
              <a:extLst>
                <a:ext uri="{FF2B5EF4-FFF2-40B4-BE49-F238E27FC236}">
                  <a16:creationId xmlns:a16="http://schemas.microsoft.com/office/drawing/2014/main" id="{58D04527-E42D-769B-160A-BF685F8B596F}"/>
                </a:ext>
              </a:extLst>
            </p:cNvPr>
            <p:cNvGrpSpPr/>
            <p:nvPr/>
          </p:nvGrpSpPr>
          <p:grpSpPr>
            <a:xfrm>
              <a:off x="9294138" y="3005090"/>
              <a:ext cx="1103569" cy="287960"/>
              <a:chOff x="9294138" y="3005090"/>
              <a:chExt cx="1103569" cy="287960"/>
            </a:xfrm>
            <a:grpFill/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384A80AB-116B-CDC6-C25E-7F5FB8E4C249}"/>
                  </a:ext>
                </a:extLst>
              </p:cNvPr>
              <p:cNvSpPr/>
              <p:nvPr/>
            </p:nvSpPr>
            <p:spPr>
              <a:xfrm>
                <a:off x="9294138" y="3078145"/>
                <a:ext cx="347333" cy="212066"/>
              </a:xfrm>
              <a:custGeom>
                <a:avLst/>
                <a:gdLst>
                  <a:gd name="connsiteX0" fmla="*/ 66860 w 347333"/>
                  <a:gd name="connsiteY0" fmla="*/ 212066 h 212066"/>
                  <a:gd name="connsiteX1" fmla="*/ 0 w 347333"/>
                  <a:gd name="connsiteY1" fmla="*/ 0 h 212066"/>
                  <a:gd name="connsiteX2" fmla="*/ 61568 w 347333"/>
                  <a:gd name="connsiteY2" fmla="*/ 0 h 212066"/>
                  <a:gd name="connsiteX3" fmla="*/ 101064 w 347333"/>
                  <a:gd name="connsiteY3" fmla="*/ 147659 h 212066"/>
                  <a:gd name="connsiteX4" fmla="*/ 142883 w 347333"/>
                  <a:gd name="connsiteY4" fmla="*/ 0 h 212066"/>
                  <a:gd name="connsiteX5" fmla="*/ 206129 w 347333"/>
                  <a:gd name="connsiteY5" fmla="*/ 0 h 212066"/>
                  <a:gd name="connsiteX6" fmla="*/ 247948 w 347333"/>
                  <a:gd name="connsiteY6" fmla="*/ 147659 h 212066"/>
                  <a:gd name="connsiteX7" fmla="*/ 286541 w 347333"/>
                  <a:gd name="connsiteY7" fmla="*/ 0 h 212066"/>
                  <a:gd name="connsiteX8" fmla="*/ 347334 w 347333"/>
                  <a:gd name="connsiteY8" fmla="*/ 0 h 212066"/>
                  <a:gd name="connsiteX9" fmla="*/ 280474 w 347333"/>
                  <a:gd name="connsiteY9" fmla="*/ 212066 h 212066"/>
                  <a:gd name="connsiteX10" fmla="*/ 215680 w 347333"/>
                  <a:gd name="connsiteY10" fmla="*/ 212066 h 212066"/>
                  <a:gd name="connsiteX11" fmla="*/ 173473 w 347333"/>
                  <a:gd name="connsiteY11" fmla="*/ 68796 h 212066"/>
                  <a:gd name="connsiteX12" fmla="*/ 131654 w 347333"/>
                  <a:gd name="connsiteY12" fmla="*/ 212066 h 212066"/>
                  <a:gd name="connsiteX13" fmla="*/ 66860 w 347333"/>
                  <a:gd name="connsiteY13" fmla="*/ 212066 h 212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47333" h="212066">
                    <a:moveTo>
                      <a:pt x="66860" y="212066"/>
                    </a:moveTo>
                    <a:lnTo>
                      <a:pt x="0" y="0"/>
                    </a:lnTo>
                    <a:lnTo>
                      <a:pt x="61568" y="0"/>
                    </a:lnTo>
                    <a:lnTo>
                      <a:pt x="101064" y="147659"/>
                    </a:lnTo>
                    <a:lnTo>
                      <a:pt x="142883" y="0"/>
                    </a:lnTo>
                    <a:lnTo>
                      <a:pt x="206129" y="0"/>
                    </a:lnTo>
                    <a:lnTo>
                      <a:pt x="247948" y="147659"/>
                    </a:lnTo>
                    <a:lnTo>
                      <a:pt x="286541" y="0"/>
                    </a:lnTo>
                    <a:lnTo>
                      <a:pt x="347334" y="0"/>
                    </a:lnTo>
                    <a:lnTo>
                      <a:pt x="280474" y="212066"/>
                    </a:lnTo>
                    <a:lnTo>
                      <a:pt x="215680" y="212066"/>
                    </a:lnTo>
                    <a:lnTo>
                      <a:pt x="173473" y="68796"/>
                    </a:lnTo>
                    <a:lnTo>
                      <a:pt x="131654" y="212066"/>
                    </a:lnTo>
                    <a:lnTo>
                      <a:pt x="66860" y="212066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31B4FB1-D3AC-E19B-5721-4B8B72403582}"/>
                  </a:ext>
                </a:extLst>
              </p:cNvPr>
              <p:cNvSpPr/>
              <p:nvPr/>
            </p:nvSpPr>
            <p:spPr>
              <a:xfrm>
                <a:off x="9662769" y="3074531"/>
                <a:ext cx="212840" cy="218519"/>
              </a:xfrm>
              <a:custGeom>
                <a:avLst/>
                <a:gdLst>
                  <a:gd name="connsiteX0" fmla="*/ 107130 w 212840"/>
                  <a:gd name="connsiteY0" fmla="*/ 218520 h 218519"/>
                  <a:gd name="connsiteX1" fmla="*/ 50725 w 212840"/>
                  <a:gd name="connsiteY1" fmla="*/ 205483 h 218519"/>
                  <a:gd name="connsiteX2" fmla="*/ 13294 w 212840"/>
                  <a:gd name="connsiteY2" fmla="*/ 168052 h 218519"/>
                  <a:gd name="connsiteX3" fmla="*/ 0 w 212840"/>
                  <a:gd name="connsiteY3" fmla="*/ 110357 h 218519"/>
                  <a:gd name="connsiteX4" fmla="*/ 13424 w 212840"/>
                  <a:gd name="connsiteY4" fmla="*/ 51371 h 218519"/>
                  <a:gd name="connsiteX5" fmla="*/ 51113 w 212840"/>
                  <a:gd name="connsiteY5" fmla="*/ 13294 h 218519"/>
                  <a:gd name="connsiteX6" fmla="*/ 106614 w 212840"/>
                  <a:gd name="connsiteY6" fmla="*/ 0 h 218519"/>
                  <a:gd name="connsiteX7" fmla="*/ 162502 w 212840"/>
                  <a:gd name="connsiteY7" fmla="*/ 13682 h 218519"/>
                  <a:gd name="connsiteX8" fmla="*/ 199546 w 212840"/>
                  <a:gd name="connsiteY8" fmla="*/ 51887 h 218519"/>
                  <a:gd name="connsiteX9" fmla="*/ 212840 w 212840"/>
                  <a:gd name="connsiteY9" fmla="*/ 110615 h 218519"/>
                  <a:gd name="connsiteX10" fmla="*/ 199804 w 212840"/>
                  <a:gd name="connsiteY10" fmla="*/ 168310 h 218519"/>
                  <a:gd name="connsiteX11" fmla="*/ 163148 w 212840"/>
                  <a:gd name="connsiteY11" fmla="*/ 205483 h 218519"/>
                  <a:gd name="connsiteX12" fmla="*/ 107001 w 212840"/>
                  <a:gd name="connsiteY12" fmla="*/ 218391 h 218519"/>
                  <a:gd name="connsiteX13" fmla="*/ 106356 w 212840"/>
                  <a:gd name="connsiteY13" fmla="*/ 166891 h 218519"/>
                  <a:gd name="connsiteX14" fmla="*/ 136171 w 212840"/>
                  <a:gd name="connsiteY14" fmla="*/ 158888 h 218519"/>
                  <a:gd name="connsiteX15" fmla="*/ 152435 w 212840"/>
                  <a:gd name="connsiteY15" fmla="*/ 137720 h 218519"/>
                  <a:gd name="connsiteX16" fmla="*/ 157468 w 212840"/>
                  <a:gd name="connsiteY16" fmla="*/ 110099 h 218519"/>
                  <a:gd name="connsiteX17" fmla="*/ 152435 w 212840"/>
                  <a:gd name="connsiteY17" fmla="*/ 82348 h 218519"/>
                  <a:gd name="connsiteX18" fmla="*/ 136301 w 212840"/>
                  <a:gd name="connsiteY18" fmla="*/ 60406 h 218519"/>
                  <a:gd name="connsiteX19" fmla="*/ 106356 w 212840"/>
                  <a:gd name="connsiteY19" fmla="*/ 51758 h 218519"/>
                  <a:gd name="connsiteX20" fmla="*/ 76927 w 212840"/>
                  <a:gd name="connsiteY20" fmla="*/ 60406 h 218519"/>
                  <a:gd name="connsiteX21" fmla="*/ 60664 w 212840"/>
                  <a:gd name="connsiteY21" fmla="*/ 82348 h 218519"/>
                  <a:gd name="connsiteX22" fmla="*/ 55630 w 212840"/>
                  <a:gd name="connsiteY22" fmla="*/ 110099 h 218519"/>
                  <a:gd name="connsiteX23" fmla="*/ 60664 w 212840"/>
                  <a:gd name="connsiteY23" fmla="*/ 137849 h 218519"/>
                  <a:gd name="connsiteX24" fmla="*/ 76927 w 212840"/>
                  <a:gd name="connsiteY24" fmla="*/ 158759 h 218519"/>
                  <a:gd name="connsiteX25" fmla="*/ 106356 w 212840"/>
                  <a:gd name="connsiteY25" fmla="*/ 16676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2840" h="218519">
                    <a:moveTo>
                      <a:pt x="107130" y="218520"/>
                    </a:moveTo>
                    <a:cubicBezTo>
                      <a:pt x="85704" y="218520"/>
                      <a:pt x="66860" y="214131"/>
                      <a:pt x="50725" y="205483"/>
                    </a:cubicBezTo>
                    <a:cubicBezTo>
                      <a:pt x="34591" y="196706"/>
                      <a:pt x="22200" y="184315"/>
                      <a:pt x="13294" y="168052"/>
                    </a:cubicBezTo>
                    <a:cubicBezTo>
                      <a:pt x="4389" y="151789"/>
                      <a:pt x="0" y="132557"/>
                      <a:pt x="0" y="110357"/>
                    </a:cubicBezTo>
                    <a:cubicBezTo>
                      <a:pt x="0" y="88157"/>
                      <a:pt x="4518" y="67892"/>
                      <a:pt x="13424" y="51371"/>
                    </a:cubicBezTo>
                    <a:cubicBezTo>
                      <a:pt x="22330" y="34850"/>
                      <a:pt x="34979" y="22200"/>
                      <a:pt x="51113" y="13294"/>
                    </a:cubicBezTo>
                    <a:cubicBezTo>
                      <a:pt x="67247" y="4388"/>
                      <a:pt x="85704" y="0"/>
                      <a:pt x="106614" y="0"/>
                    </a:cubicBezTo>
                    <a:cubicBezTo>
                      <a:pt x="127524" y="0"/>
                      <a:pt x="146755" y="4518"/>
                      <a:pt x="162502" y="13682"/>
                    </a:cubicBezTo>
                    <a:cubicBezTo>
                      <a:pt x="178378" y="22846"/>
                      <a:pt x="190640" y="35624"/>
                      <a:pt x="199546" y="51887"/>
                    </a:cubicBezTo>
                    <a:cubicBezTo>
                      <a:pt x="208452" y="68279"/>
                      <a:pt x="212840" y="87898"/>
                      <a:pt x="212840" y="110615"/>
                    </a:cubicBezTo>
                    <a:cubicBezTo>
                      <a:pt x="212840" y="133332"/>
                      <a:pt x="208452" y="152176"/>
                      <a:pt x="199804" y="168310"/>
                    </a:cubicBezTo>
                    <a:cubicBezTo>
                      <a:pt x="191027" y="184574"/>
                      <a:pt x="178894" y="196964"/>
                      <a:pt x="163148" y="205483"/>
                    </a:cubicBezTo>
                    <a:cubicBezTo>
                      <a:pt x="147401" y="214002"/>
                      <a:pt x="128685" y="218391"/>
                      <a:pt x="107001" y="218391"/>
                    </a:cubicBezTo>
                    <a:close/>
                    <a:moveTo>
                      <a:pt x="106356" y="166891"/>
                    </a:moveTo>
                    <a:cubicBezTo>
                      <a:pt x="118747" y="166891"/>
                      <a:pt x="128685" y="164180"/>
                      <a:pt x="136171" y="158888"/>
                    </a:cubicBezTo>
                    <a:cubicBezTo>
                      <a:pt x="143658" y="153467"/>
                      <a:pt x="149079" y="146497"/>
                      <a:pt x="152435" y="137720"/>
                    </a:cubicBezTo>
                    <a:cubicBezTo>
                      <a:pt x="155790" y="128943"/>
                      <a:pt x="157468" y="119779"/>
                      <a:pt x="157468" y="110099"/>
                    </a:cubicBezTo>
                    <a:cubicBezTo>
                      <a:pt x="157468" y="100418"/>
                      <a:pt x="155790" y="91254"/>
                      <a:pt x="152435" y="82348"/>
                    </a:cubicBezTo>
                    <a:cubicBezTo>
                      <a:pt x="149079" y="73442"/>
                      <a:pt x="143658" y="66214"/>
                      <a:pt x="136301" y="60406"/>
                    </a:cubicBezTo>
                    <a:cubicBezTo>
                      <a:pt x="128943" y="54598"/>
                      <a:pt x="118876" y="51758"/>
                      <a:pt x="106356" y="51758"/>
                    </a:cubicBezTo>
                    <a:cubicBezTo>
                      <a:pt x="93836" y="51758"/>
                      <a:pt x="84542" y="54598"/>
                      <a:pt x="76927" y="60406"/>
                    </a:cubicBezTo>
                    <a:cubicBezTo>
                      <a:pt x="69441" y="66214"/>
                      <a:pt x="64020" y="73442"/>
                      <a:pt x="60664" y="82348"/>
                    </a:cubicBezTo>
                    <a:cubicBezTo>
                      <a:pt x="57308" y="91254"/>
                      <a:pt x="55630" y="100418"/>
                      <a:pt x="55630" y="110099"/>
                    </a:cubicBezTo>
                    <a:cubicBezTo>
                      <a:pt x="55630" y="119779"/>
                      <a:pt x="57308" y="129331"/>
                      <a:pt x="60664" y="137849"/>
                    </a:cubicBezTo>
                    <a:cubicBezTo>
                      <a:pt x="64020" y="146368"/>
                      <a:pt x="69441" y="153467"/>
                      <a:pt x="76927" y="158759"/>
                    </a:cubicBezTo>
                    <a:cubicBezTo>
                      <a:pt x="84413" y="164051"/>
                      <a:pt x="94223" y="166762"/>
                      <a:pt x="106356" y="16676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A03C7D5-8E0E-47FA-BEB5-9F41F769A74C}"/>
                  </a:ext>
                </a:extLst>
              </p:cNvPr>
              <p:cNvSpPr/>
              <p:nvPr/>
            </p:nvSpPr>
            <p:spPr>
              <a:xfrm>
                <a:off x="9918204" y="3074402"/>
                <a:ext cx="131783" cy="215809"/>
              </a:xfrm>
              <a:custGeom>
                <a:avLst/>
                <a:gdLst>
                  <a:gd name="connsiteX0" fmla="*/ 258 w 131783"/>
                  <a:gd name="connsiteY0" fmla="*/ 215809 h 215809"/>
                  <a:gd name="connsiteX1" fmla="*/ 258 w 131783"/>
                  <a:gd name="connsiteY1" fmla="*/ 3743 h 215809"/>
                  <a:gd name="connsiteX2" fmla="*/ 50984 w 131783"/>
                  <a:gd name="connsiteY2" fmla="*/ 3743 h 215809"/>
                  <a:gd name="connsiteX3" fmla="*/ 54598 w 131783"/>
                  <a:gd name="connsiteY3" fmla="*/ 29041 h 215809"/>
                  <a:gd name="connsiteX4" fmla="*/ 72668 w 131783"/>
                  <a:gd name="connsiteY4" fmla="*/ 10713 h 215809"/>
                  <a:gd name="connsiteX5" fmla="*/ 93578 w 131783"/>
                  <a:gd name="connsiteY5" fmla="*/ 2194 h 215809"/>
                  <a:gd name="connsiteX6" fmla="*/ 115649 w 131783"/>
                  <a:gd name="connsiteY6" fmla="*/ 0 h 215809"/>
                  <a:gd name="connsiteX7" fmla="*/ 125329 w 131783"/>
                  <a:gd name="connsiteY7" fmla="*/ 258 h 215809"/>
                  <a:gd name="connsiteX8" fmla="*/ 131783 w 131783"/>
                  <a:gd name="connsiteY8" fmla="*/ 516 h 215809"/>
                  <a:gd name="connsiteX9" fmla="*/ 131783 w 131783"/>
                  <a:gd name="connsiteY9" fmla="*/ 54856 h 215809"/>
                  <a:gd name="connsiteX10" fmla="*/ 118488 w 131783"/>
                  <a:gd name="connsiteY10" fmla="*/ 54856 h 215809"/>
                  <a:gd name="connsiteX11" fmla="*/ 85446 w 131783"/>
                  <a:gd name="connsiteY11" fmla="*/ 61309 h 215809"/>
                  <a:gd name="connsiteX12" fmla="*/ 63891 w 131783"/>
                  <a:gd name="connsiteY12" fmla="*/ 81445 h 215809"/>
                  <a:gd name="connsiteX13" fmla="*/ 56405 w 131783"/>
                  <a:gd name="connsiteY13" fmla="*/ 116423 h 215809"/>
                  <a:gd name="connsiteX14" fmla="*/ 56405 w 131783"/>
                  <a:gd name="connsiteY14" fmla="*/ 215809 h 215809"/>
                  <a:gd name="connsiteX15" fmla="*/ 0 w 131783"/>
                  <a:gd name="connsiteY15" fmla="*/ 215809 h 215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783" h="215809">
                    <a:moveTo>
                      <a:pt x="258" y="215809"/>
                    </a:moveTo>
                    <a:lnTo>
                      <a:pt x="258" y="3743"/>
                    </a:lnTo>
                    <a:lnTo>
                      <a:pt x="50984" y="3743"/>
                    </a:lnTo>
                    <a:lnTo>
                      <a:pt x="54598" y="29041"/>
                    </a:lnTo>
                    <a:cubicBezTo>
                      <a:pt x="60019" y="21039"/>
                      <a:pt x="65956" y="14843"/>
                      <a:pt x="72668" y="10713"/>
                    </a:cubicBezTo>
                    <a:cubicBezTo>
                      <a:pt x="79379" y="6583"/>
                      <a:pt x="86350" y="3743"/>
                      <a:pt x="93578" y="2194"/>
                    </a:cubicBezTo>
                    <a:cubicBezTo>
                      <a:pt x="100806" y="775"/>
                      <a:pt x="108163" y="0"/>
                      <a:pt x="115649" y="0"/>
                    </a:cubicBezTo>
                    <a:cubicBezTo>
                      <a:pt x="119134" y="0"/>
                      <a:pt x="122361" y="0"/>
                      <a:pt x="125329" y="258"/>
                    </a:cubicBezTo>
                    <a:cubicBezTo>
                      <a:pt x="128298" y="516"/>
                      <a:pt x="130363" y="516"/>
                      <a:pt x="131783" y="516"/>
                    </a:cubicBezTo>
                    <a:lnTo>
                      <a:pt x="131783" y="54856"/>
                    </a:lnTo>
                    <a:lnTo>
                      <a:pt x="118488" y="54856"/>
                    </a:lnTo>
                    <a:cubicBezTo>
                      <a:pt x="105839" y="54856"/>
                      <a:pt x="94868" y="57050"/>
                      <a:pt x="85446" y="61309"/>
                    </a:cubicBezTo>
                    <a:cubicBezTo>
                      <a:pt x="76024" y="65569"/>
                      <a:pt x="68925" y="72281"/>
                      <a:pt x="63891" y="81445"/>
                    </a:cubicBezTo>
                    <a:cubicBezTo>
                      <a:pt x="58986" y="90609"/>
                      <a:pt x="56405" y="102225"/>
                      <a:pt x="56405" y="116423"/>
                    </a:cubicBezTo>
                    <a:lnTo>
                      <a:pt x="56405" y="215809"/>
                    </a:lnTo>
                    <a:lnTo>
                      <a:pt x="0" y="215809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8E2D299-80DD-D44D-757A-1F90BDC96BAF}"/>
                  </a:ext>
                </a:extLst>
              </p:cNvPr>
              <p:cNvSpPr/>
              <p:nvPr/>
            </p:nvSpPr>
            <p:spPr>
              <a:xfrm>
                <a:off x="10083029" y="3005219"/>
                <a:ext cx="56404" cy="284992"/>
              </a:xfrm>
              <a:custGeom>
                <a:avLst/>
                <a:gdLst>
                  <a:gd name="connsiteX0" fmla="*/ 0 w 56404"/>
                  <a:gd name="connsiteY0" fmla="*/ 284992 h 284992"/>
                  <a:gd name="connsiteX1" fmla="*/ 0 w 56404"/>
                  <a:gd name="connsiteY1" fmla="*/ 0 h 284992"/>
                  <a:gd name="connsiteX2" fmla="*/ 56405 w 56404"/>
                  <a:gd name="connsiteY2" fmla="*/ 0 h 284992"/>
                  <a:gd name="connsiteX3" fmla="*/ 56405 w 56404"/>
                  <a:gd name="connsiteY3" fmla="*/ 284992 h 284992"/>
                  <a:gd name="connsiteX4" fmla="*/ 0 w 56404"/>
                  <a:gd name="connsiteY4" fmla="*/ 284992 h 284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404" h="284992">
                    <a:moveTo>
                      <a:pt x="0" y="284992"/>
                    </a:moveTo>
                    <a:lnTo>
                      <a:pt x="0" y="0"/>
                    </a:lnTo>
                    <a:lnTo>
                      <a:pt x="56405" y="0"/>
                    </a:lnTo>
                    <a:lnTo>
                      <a:pt x="56405" y="284992"/>
                    </a:lnTo>
                    <a:lnTo>
                      <a:pt x="0" y="284992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2B589B73-4892-366D-1666-52A5A034BB8E}"/>
                  </a:ext>
                </a:extLst>
              </p:cNvPr>
              <p:cNvSpPr/>
              <p:nvPr/>
            </p:nvSpPr>
            <p:spPr>
              <a:xfrm>
                <a:off x="10182415" y="3005090"/>
                <a:ext cx="215292" cy="287960"/>
              </a:xfrm>
              <a:custGeom>
                <a:avLst/>
                <a:gdLst>
                  <a:gd name="connsiteX0" fmla="*/ 95385 w 215292"/>
                  <a:gd name="connsiteY0" fmla="*/ 287961 h 287960"/>
                  <a:gd name="connsiteX1" fmla="*/ 42078 w 215292"/>
                  <a:gd name="connsiteY1" fmla="*/ 273246 h 287960"/>
                  <a:gd name="connsiteX2" fmla="*/ 10455 w 215292"/>
                  <a:gd name="connsiteY2" fmla="*/ 233750 h 287960"/>
                  <a:gd name="connsiteX3" fmla="*/ 0 w 215292"/>
                  <a:gd name="connsiteY3" fmla="*/ 178765 h 287960"/>
                  <a:gd name="connsiteX4" fmla="*/ 11229 w 215292"/>
                  <a:gd name="connsiteY4" fmla="*/ 122232 h 287960"/>
                  <a:gd name="connsiteX5" fmla="*/ 44659 w 215292"/>
                  <a:gd name="connsiteY5" fmla="*/ 83381 h 287960"/>
                  <a:gd name="connsiteX6" fmla="*/ 99773 w 215292"/>
                  <a:gd name="connsiteY6" fmla="*/ 69312 h 287960"/>
                  <a:gd name="connsiteX7" fmla="*/ 122102 w 215292"/>
                  <a:gd name="connsiteY7" fmla="*/ 71893 h 287960"/>
                  <a:gd name="connsiteX8" fmla="*/ 142625 w 215292"/>
                  <a:gd name="connsiteY8" fmla="*/ 79509 h 287960"/>
                  <a:gd name="connsiteX9" fmla="*/ 158888 w 215292"/>
                  <a:gd name="connsiteY9" fmla="*/ 92545 h 287960"/>
                  <a:gd name="connsiteX10" fmla="*/ 158888 w 215292"/>
                  <a:gd name="connsiteY10" fmla="*/ 0 h 287960"/>
                  <a:gd name="connsiteX11" fmla="*/ 215293 w 215292"/>
                  <a:gd name="connsiteY11" fmla="*/ 0 h 287960"/>
                  <a:gd name="connsiteX12" fmla="*/ 215293 w 215292"/>
                  <a:gd name="connsiteY12" fmla="*/ 284992 h 287960"/>
                  <a:gd name="connsiteX13" fmla="*/ 160566 w 215292"/>
                  <a:gd name="connsiteY13" fmla="*/ 284992 h 287960"/>
                  <a:gd name="connsiteX14" fmla="*/ 159792 w 215292"/>
                  <a:gd name="connsiteY14" fmla="*/ 261243 h 287960"/>
                  <a:gd name="connsiteX15" fmla="*/ 142238 w 215292"/>
                  <a:gd name="connsiteY15" fmla="*/ 276344 h 287960"/>
                  <a:gd name="connsiteX16" fmla="*/ 120295 w 215292"/>
                  <a:gd name="connsiteY16" fmla="*/ 284992 h 287960"/>
                  <a:gd name="connsiteX17" fmla="*/ 95385 w 215292"/>
                  <a:gd name="connsiteY17" fmla="*/ 287832 h 287960"/>
                  <a:gd name="connsiteX18" fmla="*/ 106614 w 215292"/>
                  <a:gd name="connsiteY18" fmla="*/ 237235 h 287960"/>
                  <a:gd name="connsiteX19" fmla="*/ 136171 w 215292"/>
                  <a:gd name="connsiteY19" fmla="*/ 228845 h 287960"/>
                  <a:gd name="connsiteX20" fmla="*/ 153338 w 215292"/>
                  <a:gd name="connsiteY20" fmla="*/ 207161 h 287960"/>
                  <a:gd name="connsiteX21" fmla="*/ 159017 w 215292"/>
                  <a:gd name="connsiteY21" fmla="*/ 178636 h 287960"/>
                  <a:gd name="connsiteX22" fmla="*/ 153596 w 215292"/>
                  <a:gd name="connsiteY22" fmla="*/ 149853 h 287960"/>
                  <a:gd name="connsiteX23" fmla="*/ 136688 w 215292"/>
                  <a:gd name="connsiteY23" fmla="*/ 128943 h 287960"/>
                  <a:gd name="connsiteX24" fmla="*/ 106743 w 215292"/>
                  <a:gd name="connsiteY24" fmla="*/ 121070 h 287960"/>
                  <a:gd name="connsiteX25" fmla="*/ 76927 w 215292"/>
                  <a:gd name="connsiteY25" fmla="*/ 129460 h 287960"/>
                  <a:gd name="connsiteX26" fmla="*/ 61051 w 215292"/>
                  <a:gd name="connsiteY26" fmla="*/ 151402 h 287960"/>
                  <a:gd name="connsiteX27" fmla="*/ 56405 w 215292"/>
                  <a:gd name="connsiteY27" fmla="*/ 180185 h 287960"/>
                  <a:gd name="connsiteX28" fmla="*/ 58986 w 215292"/>
                  <a:gd name="connsiteY28" fmla="*/ 201740 h 287960"/>
                  <a:gd name="connsiteX29" fmla="*/ 67634 w 215292"/>
                  <a:gd name="connsiteY29" fmla="*/ 220068 h 287960"/>
                  <a:gd name="connsiteX30" fmla="*/ 83381 w 215292"/>
                  <a:gd name="connsiteY30" fmla="*/ 232718 h 287960"/>
                  <a:gd name="connsiteX31" fmla="*/ 106743 w 215292"/>
                  <a:gd name="connsiteY31" fmla="*/ 237364 h 287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5292" h="287960">
                    <a:moveTo>
                      <a:pt x="95385" y="287961"/>
                    </a:moveTo>
                    <a:cubicBezTo>
                      <a:pt x="73958" y="287961"/>
                      <a:pt x="56146" y="283056"/>
                      <a:pt x="42078" y="273246"/>
                    </a:cubicBezTo>
                    <a:cubicBezTo>
                      <a:pt x="28009" y="263437"/>
                      <a:pt x="17425" y="250271"/>
                      <a:pt x="10455" y="233750"/>
                    </a:cubicBezTo>
                    <a:cubicBezTo>
                      <a:pt x="3485" y="217229"/>
                      <a:pt x="0" y="198901"/>
                      <a:pt x="0" y="178765"/>
                    </a:cubicBezTo>
                    <a:cubicBezTo>
                      <a:pt x="0" y="157597"/>
                      <a:pt x="3743" y="138753"/>
                      <a:pt x="11229" y="122232"/>
                    </a:cubicBezTo>
                    <a:cubicBezTo>
                      <a:pt x="18715" y="105710"/>
                      <a:pt x="29816" y="92803"/>
                      <a:pt x="44659" y="83381"/>
                    </a:cubicBezTo>
                    <a:cubicBezTo>
                      <a:pt x="59373" y="73958"/>
                      <a:pt x="77831" y="69312"/>
                      <a:pt x="99773" y="69312"/>
                    </a:cubicBezTo>
                    <a:cubicBezTo>
                      <a:pt x="107259" y="69312"/>
                      <a:pt x="114745" y="70215"/>
                      <a:pt x="122102" y="71893"/>
                    </a:cubicBezTo>
                    <a:cubicBezTo>
                      <a:pt x="129460" y="73700"/>
                      <a:pt x="136300" y="76153"/>
                      <a:pt x="142625" y="79509"/>
                    </a:cubicBezTo>
                    <a:cubicBezTo>
                      <a:pt x="148950" y="82864"/>
                      <a:pt x="154371" y="87253"/>
                      <a:pt x="158888" y="92545"/>
                    </a:cubicBezTo>
                    <a:lnTo>
                      <a:pt x="158888" y="0"/>
                    </a:lnTo>
                    <a:lnTo>
                      <a:pt x="215293" y="0"/>
                    </a:lnTo>
                    <a:lnTo>
                      <a:pt x="215293" y="284992"/>
                    </a:lnTo>
                    <a:lnTo>
                      <a:pt x="160566" y="284992"/>
                    </a:lnTo>
                    <a:lnTo>
                      <a:pt x="159792" y="261243"/>
                    </a:lnTo>
                    <a:cubicBezTo>
                      <a:pt x="154887" y="267438"/>
                      <a:pt x="149079" y="272472"/>
                      <a:pt x="142238" y="276344"/>
                    </a:cubicBezTo>
                    <a:cubicBezTo>
                      <a:pt x="135397" y="280216"/>
                      <a:pt x="128040" y="283056"/>
                      <a:pt x="120295" y="284992"/>
                    </a:cubicBezTo>
                    <a:cubicBezTo>
                      <a:pt x="112551" y="286928"/>
                      <a:pt x="104161" y="287832"/>
                      <a:pt x="95385" y="287832"/>
                    </a:cubicBezTo>
                    <a:close/>
                    <a:moveTo>
                      <a:pt x="106614" y="237235"/>
                    </a:moveTo>
                    <a:cubicBezTo>
                      <a:pt x="118747" y="237235"/>
                      <a:pt x="128556" y="234396"/>
                      <a:pt x="136171" y="228845"/>
                    </a:cubicBezTo>
                    <a:cubicBezTo>
                      <a:pt x="143787" y="223166"/>
                      <a:pt x="149466" y="215938"/>
                      <a:pt x="153338" y="207161"/>
                    </a:cubicBezTo>
                    <a:cubicBezTo>
                      <a:pt x="157081" y="198255"/>
                      <a:pt x="159017" y="188833"/>
                      <a:pt x="159017" y="178636"/>
                    </a:cubicBezTo>
                    <a:cubicBezTo>
                      <a:pt x="159017" y="168439"/>
                      <a:pt x="157210" y="158630"/>
                      <a:pt x="153596" y="149853"/>
                    </a:cubicBezTo>
                    <a:cubicBezTo>
                      <a:pt x="149982" y="141076"/>
                      <a:pt x="144303" y="134106"/>
                      <a:pt x="136688" y="128943"/>
                    </a:cubicBezTo>
                    <a:cubicBezTo>
                      <a:pt x="129072" y="123651"/>
                      <a:pt x="119005" y="121070"/>
                      <a:pt x="106743" y="121070"/>
                    </a:cubicBezTo>
                    <a:cubicBezTo>
                      <a:pt x="94481" y="121070"/>
                      <a:pt x="84413" y="123910"/>
                      <a:pt x="76927" y="129460"/>
                    </a:cubicBezTo>
                    <a:cubicBezTo>
                      <a:pt x="69441" y="135010"/>
                      <a:pt x="64149" y="142367"/>
                      <a:pt x="61051" y="151402"/>
                    </a:cubicBezTo>
                    <a:cubicBezTo>
                      <a:pt x="57954" y="160437"/>
                      <a:pt x="56405" y="169988"/>
                      <a:pt x="56405" y="180185"/>
                    </a:cubicBezTo>
                    <a:cubicBezTo>
                      <a:pt x="56405" y="187671"/>
                      <a:pt x="57308" y="194899"/>
                      <a:pt x="58986" y="201740"/>
                    </a:cubicBezTo>
                    <a:cubicBezTo>
                      <a:pt x="60664" y="208581"/>
                      <a:pt x="63633" y="214647"/>
                      <a:pt x="67634" y="220068"/>
                    </a:cubicBezTo>
                    <a:cubicBezTo>
                      <a:pt x="71635" y="225489"/>
                      <a:pt x="76927" y="229620"/>
                      <a:pt x="83381" y="232718"/>
                    </a:cubicBezTo>
                    <a:cubicBezTo>
                      <a:pt x="89834" y="235815"/>
                      <a:pt x="97579" y="237364"/>
                      <a:pt x="106743" y="237364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B21EA51A-A565-04DF-C224-8FF120C40467}"/>
                </a:ext>
              </a:extLst>
            </p:cNvPr>
            <p:cNvGrpSpPr/>
            <p:nvPr/>
          </p:nvGrpSpPr>
          <p:grpSpPr>
            <a:xfrm>
              <a:off x="10511808" y="2731327"/>
              <a:ext cx="556818" cy="557076"/>
              <a:chOff x="10511808" y="2731327"/>
              <a:chExt cx="556818" cy="557076"/>
            </a:xfrm>
            <a:grpFill/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6DFD24FA-E476-FBFE-AD71-0862D0D14873}"/>
                  </a:ext>
                </a:extLst>
              </p:cNvPr>
              <p:cNvSpPr/>
              <p:nvPr/>
            </p:nvSpPr>
            <p:spPr>
              <a:xfrm>
                <a:off x="10511808" y="2731327"/>
                <a:ext cx="135784" cy="135784"/>
              </a:xfrm>
              <a:custGeom>
                <a:avLst/>
                <a:gdLst>
                  <a:gd name="connsiteX0" fmla="*/ 67892 w 135784"/>
                  <a:gd name="connsiteY0" fmla="*/ 0 h 135784"/>
                  <a:gd name="connsiteX1" fmla="*/ 0 w 135784"/>
                  <a:gd name="connsiteY1" fmla="*/ 67892 h 135784"/>
                  <a:gd name="connsiteX2" fmla="*/ 67892 w 135784"/>
                  <a:gd name="connsiteY2" fmla="*/ 135784 h 135784"/>
                  <a:gd name="connsiteX3" fmla="*/ 135784 w 135784"/>
                  <a:gd name="connsiteY3" fmla="*/ 67892 h 135784"/>
                  <a:gd name="connsiteX4" fmla="*/ 67892 w 135784"/>
                  <a:gd name="connsiteY4" fmla="*/ 0 h 135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784" h="135784">
                    <a:moveTo>
                      <a:pt x="67892" y="0"/>
                    </a:moveTo>
                    <a:cubicBezTo>
                      <a:pt x="30332" y="0"/>
                      <a:pt x="0" y="30332"/>
                      <a:pt x="0" y="67892"/>
                    </a:cubicBezTo>
                    <a:cubicBezTo>
                      <a:pt x="0" y="105452"/>
                      <a:pt x="30332" y="135784"/>
                      <a:pt x="67892" y="135784"/>
                    </a:cubicBezTo>
                    <a:cubicBezTo>
                      <a:pt x="105452" y="135784"/>
                      <a:pt x="135784" y="105452"/>
                      <a:pt x="135784" y="67892"/>
                    </a:cubicBezTo>
                    <a:cubicBezTo>
                      <a:pt x="135784" y="30332"/>
                      <a:pt x="105452" y="0"/>
                      <a:pt x="67892" y="0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E4A5ED7-9808-71C0-41A2-E21D8697C79A}"/>
                  </a:ext>
                </a:extLst>
              </p:cNvPr>
              <p:cNvSpPr/>
              <p:nvPr/>
            </p:nvSpPr>
            <p:spPr>
              <a:xfrm>
                <a:off x="10728133" y="2731327"/>
                <a:ext cx="135784" cy="135784"/>
              </a:xfrm>
              <a:custGeom>
                <a:avLst/>
                <a:gdLst>
                  <a:gd name="connsiteX0" fmla="*/ 67892 w 135784"/>
                  <a:gd name="connsiteY0" fmla="*/ 135784 h 135784"/>
                  <a:gd name="connsiteX1" fmla="*/ 135784 w 135784"/>
                  <a:gd name="connsiteY1" fmla="*/ 67892 h 135784"/>
                  <a:gd name="connsiteX2" fmla="*/ 67892 w 135784"/>
                  <a:gd name="connsiteY2" fmla="*/ 0 h 135784"/>
                  <a:gd name="connsiteX3" fmla="*/ 0 w 135784"/>
                  <a:gd name="connsiteY3" fmla="*/ 67892 h 135784"/>
                  <a:gd name="connsiteX4" fmla="*/ 67892 w 135784"/>
                  <a:gd name="connsiteY4" fmla="*/ 135784 h 135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784" h="135784">
                    <a:moveTo>
                      <a:pt x="67892" y="135784"/>
                    </a:moveTo>
                    <a:cubicBezTo>
                      <a:pt x="105323" y="135784"/>
                      <a:pt x="135784" y="105452"/>
                      <a:pt x="135784" y="67892"/>
                    </a:cubicBezTo>
                    <a:cubicBezTo>
                      <a:pt x="135784" y="30332"/>
                      <a:pt x="105452" y="0"/>
                      <a:pt x="67892" y="0"/>
                    </a:cubicBezTo>
                    <a:cubicBezTo>
                      <a:pt x="30332" y="0"/>
                      <a:pt x="0" y="30332"/>
                      <a:pt x="0" y="67892"/>
                    </a:cubicBezTo>
                    <a:cubicBezTo>
                      <a:pt x="0" y="105452"/>
                      <a:pt x="30332" y="135784"/>
                      <a:pt x="67892" y="135784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02BECE6F-D877-B334-272A-1AFDB26064E1}"/>
                  </a:ext>
                </a:extLst>
              </p:cNvPr>
              <p:cNvSpPr/>
              <p:nvPr/>
            </p:nvSpPr>
            <p:spPr>
              <a:xfrm>
                <a:off x="10647463" y="2867112"/>
                <a:ext cx="421163" cy="421292"/>
              </a:xfrm>
              <a:custGeom>
                <a:avLst/>
                <a:gdLst>
                  <a:gd name="connsiteX0" fmla="*/ 414710 w 421163"/>
                  <a:gd name="connsiteY0" fmla="*/ 0 h 421292"/>
                  <a:gd name="connsiteX1" fmla="*/ 315195 w 421163"/>
                  <a:gd name="connsiteY1" fmla="*/ 0 h 421292"/>
                  <a:gd name="connsiteX2" fmla="*/ 308741 w 421163"/>
                  <a:gd name="connsiteY2" fmla="*/ 6454 h 421292"/>
                  <a:gd name="connsiteX3" fmla="*/ 6454 w 421163"/>
                  <a:gd name="connsiteY3" fmla="*/ 308741 h 421292"/>
                  <a:gd name="connsiteX4" fmla="*/ 0 w 421163"/>
                  <a:gd name="connsiteY4" fmla="*/ 315195 h 421292"/>
                  <a:gd name="connsiteX5" fmla="*/ 0 w 421163"/>
                  <a:gd name="connsiteY5" fmla="*/ 414710 h 421292"/>
                  <a:gd name="connsiteX6" fmla="*/ 6583 w 421163"/>
                  <a:gd name="connsiteY6" fmla="*/ 421293 h 421292"/>
                  <a:gd name="connsiteX7" fmla="*/ 421163 w 421163"/>
                  <a:gd name="connsiteY7" fmla="*/ 6712 h 421292"/>
                  <a:gd name="connsiteX8" fmla="*/ 414581 w 421163"/>
                  <a:gd name="connsiteY8" fmla="*/ 129 h 421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1163" h="421292">
                    <a:moveTo>
                      <a:pt x="414710" y="0"/>
                    </a:moveTo>
                    <a:lnTo>
                      <a:pt x="315195" y="0"/>
                    </a:lnTo>
                    <a:cubicBezTo>
                      <a:pt x="311581" y="0"/>
                      <a:pt x="308741" y="2840"/>
                      <a:pt x="308741" y="6454"/>
                    </a:cubicBezTo>
                    <a:cubicBezTo>
                      <a:pt x="305385" y="171537"/>
                      <a:pt x="171666" y="305256"/>
                      <a:pt x="6454" y="308741"/>
                    </a:cubicBezTo>
                    <a:cubicBezTo>
                      <a:pt x="2840" y="308741"/>
                      <a:pt x="0" y="311710"/>
                      <a:pt x="0" y="315195"/>
                    </a:cubicBezTo>
                    <a:lnTo>
                      <a:pt x="0" y="414710"/>
                    </a:lnTo>
                    <a:cubicBezTo>
                      <a:pt x="0" y="418324"/>
                      <a:pt x="2969" y="421293"/>
                      <a:pt x="6583" y="421293"/>
                    </a:cubicBezTo>
                    <a:cubicBezTo>
                      <a:pt x="233621" y="417808"/>
                      <a:pt x="417678" y="233750"/>
                      <a:pt x="421163" y="6712"/>
                    </a:cubicBezTo>
                    <a:cubicBezTo>
                      <a:pt x="421163" y="3098"/>
                      <a:pt x="418324" y="129"/>
                      <a:pt x="414581" y="129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898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C4524C-8C95-44E5-8427-033D33578ADB}"/>
              </a:ext>
            </a:extLst>
          </p:cNvPr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2E9450D-1792-0EED-6E14-8EDD649F44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84309" y="2041770"/>
            <a:ext cx="2203994" cy="3059686"/>
          </a:xfrm>
          <a:custGeom>
            <a:avLst/>
            <a:gdLst>
              <a:gd name="connsiteX0" fmla="*/ 1134757 w 2203994"/>
              <a:gd name="connsiteY0" fmla="*/ 0 h 3059686"/>
              <a:gd name="connsiteX1" fmla="*/ 1368060 w 2203994"/>
              <a:gd name="connsiteY1" fmla="*/ 0 h 3059686"/>
              <a:gd name="connsiteX2" fmla="*/ 2163860 w 2203994"/>
              <a:gd name="connsiteY2" fmla="*/ 217765 h 3059686"/>
              <a:gd name="connsiteX3" fmla="*/ 2203994 w 2203994"/>
              <a:gd name="connsiteY3" fmla="*/ 255551 h 3059686"/>
              <a:gd name="connsiteX4" fmla="*/ 2203994 w 2203994"/>
              <a:gd name="connsiteY4" fmla="*/ 2804135 h 3059686"/>
              <a:gd name="connsiteX5" fmla="*/ 2163860 w 2203994"/>
              <a:gd name="connsiteY5" fmla="*/ 2841921 h 3059686"/>
              <a:gd name="connsiteX6" fmla="*/ 1368060 w 2203994"/>
              <a:gd name="connsiteY6" fmla="*/ 3059686 h 3059686"/>
              <a:gd name="connsiteX7" fmla="*/ 1134757 w 2203994"/>
              <a:gd name="connsiteY7" fmla="*/ 3059686 h 3059686"/>
              <a:gd name="connsiteX8" fmla="*/ 0 w 2203994"/>
              <a:gd name="connsiteY8" fmla="*/ 1833792 h 3059686"/>
              <a:gd name="connsiteX9" fmla="*/ 0 w 2203994"/>
              <a:gd name="connsiteY9" fmla="*/ 1225894 h 3059686"/>
              <a:gd name="connsiteX10" fmla="*/ 1134757 w 2203994"/>
              <a:gd name="connsiteY10" fmla="*/ 0 h 3059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03994" h="3059686">
                <a:moveTo>
                  <a:pt x="1134757" y="0"/>
                </a:moveTo>
                <a:lnTo>
                  <a:pt x="1368060" y="0"/>
                </a:lnTo>
                <a:cubicBezTo>
                  <a:pt x="1720193" y="0"/>
                  <a:pt x="1981409" y="68213"/>
                  <a:pt x="2163860" y="217765"/>
                </a:cubicBezTo>
                <a:lnTo>
                  <a:pt x="2203994" y="255551"/>
                </a:lnTo>
                <a:lnTo>
                  <a:pt x="2203994" y="2804135"/>
                </a:lnTo>
                <a:lnTo>
                  <a:pt x="2163860" y="2841921"/>
                </a:lnTo>
                <a:cubicBezTo>
                  <a:pt x="1981409" y="2991474"/>
                  <a:pt x="1720193" y="3059686"/>
                  <a:pt x="1368060" y="3059686"/>
                </a:cubicBezTo>
                <a:lnTo>
                  <a:pt x="1134757" y="3059686"/>
                </a:lnTo>
                <a:cubicBezTo>
                  <a:pt x="329882" y="3059686"/>
                  <a:pt x="0" y="2703310"/>
                  <a:pt x="0" y="1833792"/>
                </a:cubicBezTo>
                <a:lnTo>
                  <a:pt x="0" y="1225894"/>
                </a:lnTo>
                <a:cubicBezTo>
                  <a:pt x="0" y="356376"/>
                  <a:pt x="329882" y="0"/>
                  <a:pt x="11347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6BA1E6FD-E22C-5E08-4FB8-8E5F03F96790}"/>
              </a:ext>
            </a:extLst>
          </p:cNvPr>
          <p:cNvSpPr/>
          <p:nvPr userDrawn="1"/>
        </p:nvSpPr>
        <p:spPr>
          <a:xfrm>
            <a:off x="2916686" y="1161838"/>
            <a:ext cx="4030574" cy="4854959"/>
          </a:xfrm>
          <a:custGeom>
            <a:avLst/>
            <a:gdLst>
              <a:gd name="connsiteX0" fmla="*/ 0 w 4923237"/>
              <a:gd name="connsiteY0" fmla="*/ 2965228 h 5930198"/>
              <a:gd name="connsiteX1" fmla="*/ 2448015 w 4923237"/>
              <a:gd name="connsiteY1" fmla="*/ 5930198 h 5930198"/>
              <a:gd name="connsiteX2" fmla="*/ 4923238 w 4923237"/>
              <a:gd name="connsiteY2" fmla="*/ 2965228 h 5930198"/>
              <a:gd name="connsiteX3" fmla="*/ 2448015 w 4923237"/>
              <a:gd name="connsiteY3" fmla="*/ 0 h 5930198"/>
              <a:gd name="connsiteX4" fmla="*/ 0 w 4923237"/>
              <a:gd name="connsiteY4" fmla="*/ 2965228 h 593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23237" h="5930198">
                <a:moveTo>
                  <a:pt x="0" y="2965228"/>
                </a:moveTo>
                <a:cubicBezTo>
                  <a:pt x="0" y="4978118"/>
                  <a:pt x="652687" y="5930198"/>
                  <a:pt x="2448015" y="5930198"/>
                </a:cubicBezTo>
                <a:cubicBezTo>
                  <a:pt x="4243342" y="5930198"/>
                  <a:pt x="4923238" y="4923702"/>
                  <a:pt x="4923238" y="2965228"/>
                </a:cubicBezTo>
                <a:cubicBezTo>
                  <a:pt x="4923238" y="1006754"/>
                  <a:pt x="4297759" y="0"/>
                  <a:pt x="2448015" y="0"/>
                </a:cubicBezTo>
                <a:cubicBezTo>
                  <a:pt x="598271" y="0"/>
                  <a:pt x="0" y="788934"/>
                  <a:pt x="0" y="2965228"/>
                </a:cubicBezTo>
              </a:path>
            </a:pathLst>
          </a:custGeom>
          <a:solidFill>
            <a:schemeClr val="bg1">
              <a:alpha val="73000"/>
            </a:schemeClr>
          </a:solidFill>
          <a:ln w="51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IL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AD73139-400D-94E7-4A70-9C9D45A508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25123" y="5381584"/>
            <a:ext cx="4423965" cy="47452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08C51A-34C7-4939-C80B-331E206439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01340" y="2041770"/>
            <a:ext cx="2502817" cy="3059686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EC39A783-94B4-4C19-AF9A-7872B04EE8C0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3371691" y="3032507"/>
            <a:ext cx="3119420" cy="1334853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3600" b="1" kern="1200" cap="none" baseline="0" dirty="0">
                <a:solidFill>
                  <a:schemeClr val="tx1"/>
                </a:solidFill>
                <a:latin typeface="Be Vietnam Pro Medium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D6680-F9C3-14FA-7F38-D879AC27CFF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9933" y="2041770"/>
            <a:ext cx="2502817" cy="3059686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3EAE833-5205-AE1C-8510-2484AA0AD3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5703397" y="6394658"/>
            <a:ext cx="857032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566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Placeholder 191">
            <a:extLst>
              <a:ext uri="{FF2B5EF4-FFF2-40B4-BE49-F238E27FC236}">
                <a16:creationId xmlns:a16="http://schemas.microsoft.com/office/drawing/2014/main" id="{F3DB39A3-CE51-CC0A-BA58-DEFEEC8AC76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92087" y="1250228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14" name="Text Placeholder 191">
            <a:extLst>
              <a:ext uri="{FF2B5EF4-FFF2-40B4-BE49-F238E27FC236}">
                <a16:creationId xmlns:a16="http://schemas.microsoft.com/office/drawing/2014/main" id="{B8FE02BF-4CE0-CF0D-4E12-9F8D7E2E511D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3179762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00" name="Text Placeholder 6">
            <a:extLst>
              <a:ext uri="{FF2B5EF4-FFF2-40B4-BE49-F238E27FC236}">
                <a16:creationId xmlns:a16="http://schemas.microsoft.com/office/drawing/2014/main" id="{06060FA6-C206-7246-6872-BD0AE175C9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267232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1">
            <a:extLst>
              <a:ext uri="{FF2B5EF4-FFF2-40B4-BE49-F238E27FC236}">
                <a16:creationId xmlns:a16="http://schemas.microsoft.com/office/drawing/2014/main" id="{9A49C553-79EE-79C9-2680-CF5B9EFC6D57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167437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2" name="Text Placeholder 191">
            <a:extLst>
              <a:ext uri="{FF2B5EF4-FFF2-40B4-BE49-F238E27FC236}">
                <a16:creationId xmlns:a16="http://schemas.microsoft.com/office/drawing/2014/main" id="{4A226E51-D127-9B33-16BD-7070CE30A4B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9155111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75D34D-45C4-F9DB-CBA1-9985BC83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1D0D139-77B8-40D6-B698-03436FA76B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73A65-9FC6-148C-7398-8EE0F856DDF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081672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7065FE4-C930-F11C-E13E-AD291ABF9A8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157667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AD902B7-B2BE-2E11-EDE2-7A03F6D873F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156455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D5877C-BF49-B663-EDB2-E048BA37517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144129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18AA97F-F52B-F8C9-4EB2-5FE7964BF9DB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3243794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9EFE1854-4B69-EFE7-DFF2-59F0CCAF2387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6237025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DF867CA-BE42-D977-31FD-1BDBE6FD94B4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9230256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99EF1B5-C70B-6AF5-C484-2C550129CB2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962399-0570-E48E-B812-E38D35C6232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18BF597-6742-CCC4-B382-769B4D8F322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DB142F2-186A-4AB0-D1D7-08F5EE02229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D150812-8617-23F2-20D3-2DD8E136279E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48C7CC6-E467-7B17-8AAB-0AFF74896A8D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2837506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Placeholder 191">
            <a:extLst>
              <a:ext uri="{FF2B5EF4-FFF2-40B4-BE49-F238E27FC236}">
                <a16:creationId xmlns:a16="http://schemas.microsoft.com/office/drawing/2014/main" id="{F3DB39A3-CE51-CC0A-BA58-DEFEEC8AC76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92087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00" name="Text Placeholder 6">
            <a:extLst>
              <a:ext uri="{FF2B5EF4-FFF2-40B4-BE49-F238E27FC236}">
                <a16:creationId xmlns:a16="http://schemas.microsoft.com/office/drawing/2014/main" id="{06060FA6-C206-7246-6872-BD0AE175C9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93222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75D34D-45C4-F9DB-CBA1-9985BC83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1D0D139-77B8-40D6-B698-03436FA76B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73A65-9FC6-148C-7398-8EE0F856DDF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14243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sp>
        <p:nvSpPr>
          <p:cNvPr id="29" name="Text Placeholder 191">
            <a:extLst>
              <a:ext uri="{FF2B5EF4-FFF2-40B4-BE49-F238E27FC236}">
                <a16:creationId xmlns:a16="http://schemas.microsoft.com/office/drawing/2014/main" id="{AAAC705F-4DAE-59EC-44C5-44BD7B926EC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2568732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FA1945DE-D483-6D2A-18F0-A6536A5914BE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257479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7065FE4-C930-F11C-E13E-AD291ABF9A8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31979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32" name="Text Placeholder 191">
            <a:extLst>
              <a:ext uri="{FF2B5EF4-FFF2-40B4-BE49-F238E27FC236}">
                <a16:creationId xmlns:a16="http://schemas.microsoft.com/office/drawing/2014/main" id="{9BEEECEE-E019-3ABE-5F8F-A46F2052B65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945377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B29B503-FA80-CD3A-1EDC-22F372194138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94556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AD902B7-B2BE-2E11-EDE2-7A03F6D873F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713552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35" name="Text Placeholder 191">
            <a:extLst>
              <a:ext uri="{FF2B5EF4-FFF2-40B4-BE49-F238E27FC236}">
                <a16:creationId xmlns:a16="http://schemas.microsoft.com/office/drawing/2014/main" id="{E3015C7C-72E5-28E9-F901-F37F7A32D7E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322022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D7257CB0-5559-A155-0E35-998683D744DE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733480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D5877C-BF49-B663-EDB2-E048BA37517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095125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38" name="Text Placeholder 191">
            <a:extLst>
              <a:ext uri="{FF2B5EF4-FFF2-40B4-BE49-F238E27FC236}">
                <a16:creationId xmlns:a16="http://schemas.microsoft.com/office/drawing/2014/main" id="{BCF8341F-639C-E7B6-01E3-D75CC8BD5FA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698669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35945D8-4C77-D433-4D2D-B38C37A5C9BE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9709182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418833F-D2FC-F4A6-01F1-AB74BECDF35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0430203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</a:t>
            </a:r>
            <a:endParaRPr lang="en-IL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4F09BBE-0E28-2C07-F7AE-00E18D8D282A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B30177C-AD3D-90BA-6301-E89A81826FC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34135C2-49DD-8B18-2BC4-9B5231B24E85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FB684F3-1D90-D8CF-72F7-7AC086BE1BCC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6BD0A6B-9B81-2B0C-0F51-E2F9592EA8DB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0AB1DB4-70E5-18C7-D271-DC522A4609CB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82198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CC23794-FFBC-0734-2336-258FE1DC96D6}"/>
              </a:ext>
            </a:extLst>
          </p:cNvPr>
          <p:cNvSpPr/>
          <p:nvPr userDrawn="1"/>
        </p:nvSpPr>
        <p:spPr>
          <a:xfrm>
            <a:off x="10396" y="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16000">
                <a:schemeClr val="tx2"/>
              </a:gs>
              <a:gs pos="97000">
                <a:schemeClr val="tx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D3ABAB4-0D82-90F2-7CE4-AA768E3BEA74}"/>
              </a:ext>
            </a:extLst>
          </p:cNvPr>
          <p:cNvSpPr/>
          <p:nvPr userDrawn="1"/>
        </p:nvSpPr>
        <p:spPr>
          <a:xfrm>
            <a:off x="433626" y="143110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AB4037-90AC-1629-893C-3204929A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46E2997-5CC2-4CE1-716F-67B7675901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500275"/>
            <a:ext cx="857032" cy="153888"/>
          </a:xfrm>
        </p:spPr>
        <p:txBody>
          <a:bodyPr/>
          <a:lstStyle>
            <a:lvl1pPr>
              <a:defRPr lang="en-US" sz="1000" kern="1200" smtClean="0">
                <a:solidFill>
                  <a:schemeClr val="tx1">
                    <a:lumMod val="75000"/>
                  </a:schemeClr>
                </a:solidFill>
                <a:latin typeface="Be Vietnam Pro Light" pitchFamily="2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62E4A84-A8F2-424A-AAF2-679D4EB18637}" type="slidenum">
              <a:rPr lang="en-IL" smtClean="0"/>
              <a:pPr>
                <a:defRPr/>
              </a:pPr>
              <a:t>‹#›</a:t>
            </a:fld>
            <a:endParaRPr lang="en-I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26C52C-B519-1310-A18E-0E0A3FADF13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518362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7C7424B-ED02-2087-EBEC-5693CB862AA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5C3CC23-C702-CB89-9630-8D7B9FCB9A5F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2AFD1E7-769F-5E96-4BA0-1C497C005935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5D1F47D-8D96-14AC-2F2C-A6B7159C5970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D1C72DD-6727-23CE-DFA7-DAAF99D2ED88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D07B9F6-0D2F-6A80-12F4-091ACCBF6B0A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186311E-E7E2-02EA-17E0-F19E6B982DB6}"/>
              </a:ext>
            </a:extLst>
          </p:cNvPr>
          <p:cNvSpPr/>
          <p:nvPr userDrawn="1"/>
        </p:nvSpPr>
        <p:spPr>
          <a:xfrm>
            <a:off x="8036693" y="143110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050FAF43-CA99-BE40-762F-74A7C335D5E5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112963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5529BCA-F021-2821-3B19-754F11684D14}"/>
              </a:ext>
            </a:extLst>
          </p:cNvPr>
          <p:cNvSpPr/>
          <p:nvPr userDrawn="1"/>
        </p:nvSpPr>
        <p:spPr>
          <a:xfrm>
            <a:off x="4235159" y="1431100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0755C296-9594-DB12-4997-B5C00D31AE6C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325541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B948F492-02ED-DB05-EF96-56431CB9936D}"/>
              </a:ext>
            </a:extLst>
          </p:cNvPr>
          <p:cNvSpPr/>
          <p:nvPr userDrawn="1"/>
        </p:nvSpPr>
        <p:spPr>
          <a:xfrm>
            <a:off x="442913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A8C63469-6307-BFF1-CF71-D6EF9595E733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18362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ABC46DA-F597-89C3-3BFB-273AFE6FF234}"/>
              </a:ext>
            </a:extLst>
          </p:cNvPr>
          <p:cNvSpPr/>
          <p:nvPr userDrawn="1"/>
        </p:nvSpPr>
        <p:spPr>
          <a:xfrm>
            <a:off x="8045980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511DFFC3-50F5-0B7B-1B32-29290A641325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12963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6</a:t>
            </a:r>
            <a:endParaRPr lang="en-IL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F68EA2E-2F4E-4742-F1F6-4AAE5EF7973A}"/>
              </a:ext>
            </a:extLst>
          </p:cNvPr>
          <p:cNvSpPr/>
          <p:nvPr userDrawn="1"/>
        </p:nvSpPr>
        <p:spPr>
          <a:xfrm>
            <a:off x="4244446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1C7E2AFC-7B3F-24C9-888C-30D33C4E7B9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325541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5</a:t>
            </a:r>
            <a:endParaRPr lang="en-IL" dirty="0"/>
          </a:p>
        </p:txBody>
      </p:sp>
      <p:sp>
        <p:nvSpPr>
          <p:cNvPr id="92" name="Text Placeholder 29">
            <a:extLst>
              <a:ext uri="{FF2B5EF4-FFF2-40B4-BE49-F238E27FC236}">
                <a16:creationId xmlns:a16="http://schemas.microsoft.com/office/drawing/2014/main" id="{713DD976-6CF9-ED0D-55D0-94B30BA430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86931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5" name="Text Placeholder 29">
            <a:extLst>
              <a:ext uri="{FF2B5EF4-FFF2-40B4-BE49-F238E27FC236}">
                <a16:creationId xmlns:a16="http://schemas.microsoft.com/office/drawing/2014/main" id="{8ADC2D4F-88DF-DCF5-3A3E-457089AADAEC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4920155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9B274252-6B3C-1995-B908-1C1D6CA3C6E4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>
          <a:xfrm>
            <a:off x="8696289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1" name="Text Placeholder 29">
            <a:extLst>
              <a:ext uri="{FF2B5EF4-FFF2-40B4-BE49-F238E27FC236}">
                <a16:creationId xmlns:a16="http://schemas.microsoft.com/office/drawing/2014/main" id="{71702EBF-8864-FEB3-A020-FADCA9A43923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1098219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4E20BC08-6406-0052-7D77-6B8A5704DE13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>
          <a:xfrm>
            <a:off x="4931443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4BCDDA7A-BC8B-E19A-F320-7C4C1B7E59AF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8707577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4995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Прямая соединительная линия 3">
            <a:extLst>
              <a:ext uri="{FF2B5EF4-FFF2-40B4-BE49-F238E27FC236}">
                <a16:creationId xmlns:a16="http://schemas.microsoft.com/office/drawing/2014/main" id="{285BFFE5-4EF5-306C-0C4E-FDFBA2A5DACF}"/>
              </a:ext>
            </a:extLst>
          </p:cNvPr>
          <p:cNvCxnSpPr>
            <a:cxnSpLocks/>
          </p:cNvCxnSpPr>
          <p:nvPr userDrawn="1"/>
        </p:nvCxnSpPr>
        <p:spPr>
          <a:xfrm>
            <a:off x="2170939" y="2340104"/>
            <a:ext cx="1568878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3">
            <a:extLst>
              <a:ext uri="{FF2B5EF4-FFF2-40B4-BE49-F238E27FC236}">
                <a16:creationId xmlns:a16="http://schemas.microsoft.com/office/drawing/2014/main" id="{8BCC7D15-849C-9965-72DB-C3D9621D5EC4}"/>
              </a:ext>
            </a:extLst>
          </p:cNvPr>
          <p:cNvCxnSpPr>
            <a:cxnSpLocks/>
          </p:cNvCxnSpPr>
          <p:nvPr userDrawn="1"/>
        </p:nvCxnSpPr>
        <p:spPr>
          <a:xfrm>
            <a:off x="-2382794" y="2654499"/>
            <a:ext cx="1932427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3">
            <a:extLst>
              <a:ext uri="{FF2B5EF4-FFF2-40B4-BE49-F238E27FC236}">
                <a16:creationId xmlns:a16="http://schemas.microsoft.com/office/drawing/2014/main" id="{3D2980B4-3160-A452-A155-3308B2346319}"/>
              </a:ext>
            </a:extLst>
          </p:cNvPr>
          <p:cNvCxnSpPr>
            <a:cxnSpLocks/>
          </p:cNvCxnSpPr>
          <p:nvPr userDrawn="1"/>
        </p:nvCxnSpPr>
        <p:spPr>
          <a:xfrm>
            <a:off x="569131" y="6270716"/>
            <a:ext cx="1932427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Picture Placeholder 56">
            <a:extLst>
              <a:ext uri="{FF2B5EF4-FFF2-40B4-BE49-F238E27FC236}">
                <a16:creationId xmlns:a16="http://schemas.microsoft.com/office/drawing/2014/main" id="{78458C5D-BD18-A69B-2335-69A5F97C78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6321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59" name="Picture Placeholder 56">
            <a:extLst>
              <a:ext uri="{FF2B5EF4-FFF2-40B4-BE49-F238E27FC236}">
                <a16:creationId xmlns:a16="http://schemas.microsoft.com/office/drawing/2014/main" id="{69AD6A35-A3CC-88EB-1165-DFE65BD33A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85946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0" name="Picture Placeholder 56">
            <a:extLst>
              <a:ext uri="{FF2B5EF4-FFF2-40B4-BE49-F238E27FC236}">
                <a16:creationId xmlns:a16="http://schemas.microsoft.com/office/drawing/2014/main" id="{DD445FC0-AE51-478B-0108-F188C54796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65571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1" name="Picture Placeholder 56">
            <a:extLst>
              <a:ext uri="{FF2B5EF4-FFF2-40B4-BE49-F238E27FC236}">
                <a16:creationId xmlns:a16="http://schemas.microsoft.com/office/drawing/2014/main" id="{2C8C50F7-F87C-DF51-EC1D-909F4A4113F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26696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2" name="Picture Placeholder 56">
            <a:extLst>
              <a:ext uri="{FF2B5EF4-FFF2-40B4-BE49-F238E27FC236}">
                <a16:creationId xmlns:a16="http://schemas.microsoft.com/office/drawing/2014/main" id="{9C8C6744-B91B-15B6-C8F4-BDA7C3EA44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06321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3" name="Picture Placeholder 56">
            <a:extLst>
              <a:ext uri="{FF2B5EF4-FFF2-40B4-BE49-F238E27FC236}">
                <a16:creationId xmlns:a16="http://schemas.microsoft.com/office/drawing/2014/main" id="{AA40F1F3-79F8-67FB-E9D0-9015E629A2B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85946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4" name="Picture Placeholder 56">
            <a:extLst>
              <a:ext uri="{FF2B5EF4-FFF2-40B4-BE49-F238E27FC236}">
                <a16:creationId xmlns:a16="http://schemas.microsoft.com/office/drawing/2014/main" id="{AF3D86C6-1B40-3083-748D-9922B39E3D6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865571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5" name="Picture Placeholder 56">
            <a:extLst>
              <a:ext uri="{FF2B5EF4-FFF2-40B4-BE49-F238E27FC236}">
                <a16:creationId xmlns:a16="http://schemas.microsoft.com/office/drawing/2014/main" id="{BF22853D-A4F6-4AEF-4C17-57A82FAA43D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626696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6" name="Picture Placeholder 56">
            <a:extLst>
              <a:ext uri="{FF2B5EF4-FFF2-40B4-BE49-F238E27FC236}">
                <a16:creationId xmlns:a16="http://schemas.microsoft.com/office/drawing/2014/main" id="{C2DD4F4D-2497-5AD6-EFCE-E6AA455BD7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06321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7" name="Picture Placeholder 56">
            <a:extLst>
              <a:ext uri="{FF2B5EF4-FFF2-40B4-BE49-F238E27FC236}">
                <a16:creationId xmlns:a16="http://schemas.microsoft.com/office/drawing/2014/main" id="{BFB06079-8FED-F467-D8A7-247E034D27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85946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8" name="Picture Placeholder 56">
            <a:extLst>
              <a:ext uri="{FF2B5EF4-FFF2-40B4-BE49-F238E27FC236}">
                <a16:creationId xmlns:a16="http://schemas.microsoft.com/office/drawing/2014/main" id="{C520195C-1479-C69D-7C24-8AE13E17A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865571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9" name="Picture Placeholder 56">
            <a:extLst>
              <a:ext uri="{FF2B5EF4-FFF2-40B4-BE49-F238E27FC236}">
                <a16:creationId xmlns:a16="http://schemas.microsoft.com/office/drawing/2014/main" id="{7FA07580-1A18-2DC7-B993-C325A4EA1C8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26696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0" name="Picture Placeholder 56">
            <a:extLst>
              <a:ext uri="{FF2B5EF4-FFF2-40B4-BE49-F238E27FC236}">
                <a16:creationId xmlns:a16="http://schemas.microsoft.com/office/drawing/2014/main" id="{9942A023-DD90-A89E-8EBE-46B62D73023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706321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1" name="Picture Placeholder 56">
            <a:extLst>
              <a:ext uri="{FF2B5EF4-FFF2-40B4-BE49-F238E27FC236}">
                <a16:creationId xmlns:a16="http://schemas.microsoft.com/office/drawing/2014/main" id="{799AE9DC-DB60-53BE-6DC9-CEA1AE54CD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785946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2" name="Picture Placeholder 56">
            <a:extLst>
              <a:ext uri="{FF2B5EF4-FFF2-40B4-BE49-F238E27FC236}">
                <a16:creationId xmlns:a16="http://schemas.microsoft.com/office/drawing/2014/main" id="{EE53684C-75DF-BAD4-FC2F-11711354A42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865571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3" name="Picture Placeholder 56">
            <a:extLst>
              <a:ext uri="{FF2B5EF4-FFF2-40B4-BE49-F238E27FC236}">
                <a16:creationId xmlns:a16="http://schemas.microsoft.com/office/drawing/2014/main" id="{198EE57B-CA3E-CD4C-F805-CFE8B728A39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26696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0" name="Picture Placeholder 56">
            <a:extLst>
              <a:ext uri="{FF2B5EF4-FFF2-40B4-BE49-F238E27FC236}">
                <a16:creationId xmlns:a16="http://schemas.microsoft.com/office/drawing/2014/main" id="{AE4307F8-38A0-8548-8B44-256CE476504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706321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562215-5069-CF2F-E271-E3A41700DF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2089" y="0"/>
            <a:ext cx="3051180" cy="6212199"/>
          </a:xfrm>
          <a:custGeom>
            <a:avLst/>
            <a:gdLst>
              <a:gd name="connsiteX0" fmla="*/ 0 w 2987675"/>
              <a:gd name="connsiteY0" fmla="*/ 0 h 6261369"/>
              <a:gd name="connsiteX1" fmla="*/ 2987675 w 2987675"/>
              <a:gd name="connsiteY1" fmla="*/ 0 h 6261369"/>
              <a:gd name="connsiteX2" fmla="*/ 2987675 w 2987675"/>
              <a:gd name="connsiteY2" fmla="*/ 5960152 h 6261369"/>
              <a:gd name="connsiteX3" fmla="*/ 2686458 w 2987675"/>
              <a:gd name="connsiteY3" fmla="*/ 6261369 h 6261369"/>
              <a:gd name="connsiteX4" fmla="*/ 301217 w 2987675"/>
              <a:gd name="connsiteY4" fmla="*/ 6261369 h 6261369"/>
              <a:gd name="connsiteX5" fmla="*/ 0 w 2987675"/>
              <a:gd name="connsiteY5" fmla="*/ 5960152 h 626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675" h="6261369">
                <a:moveTo>
                  <a:pt x="0" y="0"/>
                </a:moveTo>
                <a:lnTo>
                  <a:pt x="2987675" y="0"/>
                </a:lnTo>
                <a:lnTo>
                  <a:pt x="2987675" y="5960152"/>
                </a:lnTo>
                <a:cubicBezTo>
                  <a:pt x="2987675" y="6126510"/>
                  <a:pt x="2852816" y="6261369"/>
                  <a:pt x="2686458" y="6261369"/>
                </a:cubicBezTo>
                <a:lnTo>
                  <a:pt x="301217" y="6261369"/>
                </a:lnTo>
                <a:cubicBezTo>
                  <a:pt x="134859" y="6261369"/>
                  <a:pt x="0" y="6126510"/>
                  <a:pt x="0" y="5960152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ln>
                  <a:noFill/>
                </a:ln>
                <a:noFill/>
              </a:defRPr>
            </a:lvl1pPr>
          </a:lstStyle>
          <a:p>
            <a:pPr lvl="0"/>
            <a:r>
              <a:rPr lang="en-US" dirty="0"/>
              <a:t>.Z</a:t>
            </a:r>
            <a:endParaRPr lang="en-IL" dirty="0"/>
          </a:p>
        </p:txBody>
      </p:sp>
      <p:sp>
        <p:nvSpPr>
          <p:cNvPr id="81" name="Picture Placeholder 56">
            <a:extLst>
              <a:ext uri="{FF2B5EF4-FFF2-40B4-BE49-F238E27FC236}">
                <a16:creationId xmlns:a16="http://schemas.microsoft.com/office/drawing/2014/main" id="{D11D6683-3346-15BC-100C-586D98E1A2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85946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2" name="Picture Placeholder 56">
            <a:extLst>
              <a:ext uri="{FF2B5EF4-FFF2-40B4-BE49-F238E27FC236}">
                <a16:creationId xmlns:a16="http://schemas.microsoft.com/office/drawing/2014/main" id="{979BDB4D-CB59-C6BC-C4AA-994309B8B5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865571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3" name="Picture Placeholder 56">
            <a:extLst>
              <a:ext uri="{FF2B5EF4-FFF2-40B4-BE49-F238E27FC236}">
                <a16:creationId xmlns:a16="http://schemas.microsoft.com/office/drawing/2014/main" id="{E458256D-AC24-8090-D4DE-654DB55A4EA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626696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797B129-800B-4E58-9430-0D66642B6D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01558" y="5538542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28AFE-5A81-7DB1-B660-A1F10C1C64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AD0D144-C0E0-F140-C4D5-B2BD55461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600" y="806652"/>
            <a:ext cx="2675192" cy="79553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style</a:t>
            </a:r>
            <a:endParaRPr lang="en-IL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393C39-1D81-4C97-09AF-379C210F8D6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D520AD6-A2EF-2751-B4BD-1BF821A24A8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669D421-1885-AF70-5773-689CDB9CE06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306E8F7-9EF7-B372-5F43-FF1EB76DE18C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5171E86-7DAE-0FB9-A4EF-40105E87927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0DFA00-7F67-B1C4-9D80-25F515741BCD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947911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Boxes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555E14-22CA-4D8C-B245-BE40EAD5928D}"/>
              </a:ext>
            </a:extLst>
          </p:cNvPr>
          <p:cNvSpPr/>
          <p:nvPr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ED823C-1954-43A4-9849-E5C58AB22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16940F-A199-99CD-B533-300E3D9164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88408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0" name="Text Placeholder 6">
            <a:extLst>
              <a:ext uri="{FF2B5EF4-FFF2-40B4-BE49-F238E27FC236}">
                <a16:creationId xmlns:a16="http://schemas.microsoft.com/office/drawing/2014/main" id="{4D47F83B-2D84-236A-03B2-05EE3E15802B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313674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EA4916-9D70-C2FA-EB5A-FB110397B8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2089" y="0"/>
            <a:ext cx="3051180" cy="6212199"/>
          </a:xfrm>
          <a:custGeom>
            <a:avLst/>
            <a:gdLst>
              <a:gd name="connsiteX0" fmla="*/ 0 w 2987675"/>
              <a:gd name="connsiteY0" fmla="*/ 0 h 6261369"/>
              <a:gd name="connsiteX1" fmla="*/ 2987675 w 2987675"/>
              <a:gd name="connsiteY1" fmla="*/ 0 h 6261369"/>
              <a:gd name="connsiteX2" fmla="*/ 2987675 w 2987675"/>
              <a:gd name="connsiteY2" fmla="*/ 5960152 h 6261369"/>
              <a:gd name="connsiteX3" fmla="*/ 2686458 w 2987675"/>
              <a:gd name="connsiteY3" fmla="*/ 6261369 h 6261369"/>
              <a:gd name="connsiteX4" fmla="*/ 301217 w 2987675"/>
              <a:gd name="connsiteY4" fmla="*/ 6261369 h 6261369"/>
              <a:gd name="connsiteX5" fmla="*/ 0 w 2987675"/>
              <a:gd name="connsiteY5" fmla="*/ 5960152 h 626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675" h="6261369">
                <a:moveTo>
                  <a:pt x="0" y="0"/>
                </a:moveTo>
                <a:lnTo>
                  <a:pt x="2987675" y="0"/>
                </a:lnTo>
                <a:lnTo>
                  <a:pt x="2987675" y="5960152"/>
                </a:lnTo>
                <a:cubicBezTo>
                  <a:pt x="2987675" y="6126510"/>
                  <a:pt x="2852816" y="6261369"/>
                  <a:pt x="2686458" y="6261369"/>
                </a:cubicBezTo>
                <a:lnTo>
                  <a:pt x="301217" y="6261369"/>
                </a:lnTo>
                <a:cubicBezTo>
                  <a:pt x="134859" y="6261369"/>
                  <a:pt x="0" y="6126510"/>
                  <a:pt x="0" y="5960152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ln>
                  <a:noFill/>
                </a:ln>
                <a:noFill/>
              </a:defRPr>
            </a:lvl1pPr>
          </a:lstStyle>
          <a:p>
            <a:pPr lvl="0"/>
            <a:r>
              <a:rPr lang="en-US" dirty="0"/>
              <a:t>.</a:t>
            </a:r>
            <a:endParaRPr lang="en-IL" dirty="0"/>
          </a:p>
        </p:txBody>
      </p:sp>
      <p:sp>
        <p:nvSpPr>
          <p:cNvPr id="471" name="Text Placeholder 6">
            <a:extLst>
              <a:ext uri="{FF2B5EF4-FFF2-40B4-BE49-F238E27FC236}">
                <a16:creationId xmlns:a16="http://schemas.microsoft.com/office/drawing/2014/main" id="{5DE8B3FB-B7AF-5ADB-DAFD-AC0C35F657D5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9238940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2" name="Text Placeholder 6">
            <a:extLst>
              <a:ext uri="{FF2B5EF4-FFF2-40B4-BE49-F238E27FC236}">
                <a16:creationId xmlns:a16="http://schemas.microsoft.com/office/drawing/2014/main" id="{5A31A86F-40B5-114E-62D9-17AD704F7D6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3388408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3" name="Text Placeholder 6">
            <a:extLst>
              <a:ext uri="{FF2B5EF4-FFF2-40B4-BE49-F238E27FC236}">
                <a16:creationId xmlns:a16="http://schemas.microsoft.com/office/drawing/2014/main" id="{97E862CB-5F72-68EC-0537-D8C57CFA7085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6313674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4" name="Text Placeholder 6">
            <a:extLst>
              <a:ext uri="{FF2B5EF4-FFF2-40B4-BE49-F238E27FC236}">
                <a16:creationId xmlns:a16="http://schemas.microsoft.com/office/drawing/2014/main" id="{9CE633AF-14A0-85FF-1BAD-F8DC7F01A0F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9238940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E55486-F249-998F-32E8-F52F542B89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276" y="4105726"/>
            <a:ext cx="1788059" cy="100596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F87896-12D1-7DD2-9FDF-D60AC9508D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600" y="806652"/>
            <a:ext cx="2675192" cy="79553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style</a:t>
            </a:r>
            <a:endParaRPr lang="en-IL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1E59B9-32BA-BB6E-4EEC-9C375FE1171B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2090086-0EBF-2E31-561F-EB6D32D8374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236427A-9699-7D11-2226-37246F9A51B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E8CE9DF-B6E6-32FF-A889-41DA283025DB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3DA021E-89A0-AD4C-A95B-27202A3B61C4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CE4429F-AA0A-9DA4-460E-B659072DE685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754344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mns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8" name="Text Placeholder 191">
            <a:extLst>
              <a:ext uri="{FF2B5EF4-FFF2-40B4-BE49-F238E27FC236}">
                <a16:creationId xmlns:a16="http://schemas.microsoft.com/office/drawing/2014/main" id="{A4FD3695-0483-A939-07C7-6B2B4D8453A5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4264201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91">
            <a:extLst>
              <a:ext uri="{FF2B5EF4-FFF2-40B4-BE49-F238E27FC236}">
                <a16:creationId xmlns:a16="http://schemas.microsoft.com/office/drawing/2014/main" id="{780A1D3E-BD96-721D-8AAA-66906BB95176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8126126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5FBC37B2-A770-EAFB-31E2-0B95D229500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42913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F6E1E0F-9321-0201-C288-572D9847E04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59287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E30028-AE4B-1025-0D47-C638BECF0FC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6701F3-BD13-18D1-0D4C-F3B15A1EAD1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D111D-C188-0CDF-E1DB-56DCB224F18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31A98E-2C3D-A918-DF8B-EC4490DEA5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AB7644A-2EDB-75AA-680A-0101D477C711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6A7002-69B5-737C-25AF-25C1F2A99126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85F6FBB6-748C-E199-8398-BA0B5B37030E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30087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DF41622C-05BB-671C-B568-5CD340C76DB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480576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897273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364395-316C-CFA7-DB4C-41089C7C2136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5FBC37B2-A770-EAFB-31E2-0B95D229500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42913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F6E1E0F-9321-0201-C288-572D9847E04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21716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E30028-AE4B-1025-0D47-C638BECF0FC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6701F3-BD13-18D1-0D4C-F3B15A1EAD1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D111D-C188-0CDF-E1DB-56DCB224F18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31A98E-2C3D-A918-DF8B-EC4490DEA5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AB7644A-2EDB-75AA-680A-0101D477C711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6A7002-69B5-737C-25AF-25C1F2A99126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3" name="Text Placeholder 191">
            <a:extLst>
              <a:ext uri="{FF2B5EF4-FFF2-40B4-BE49-F238E27FC236}">
                <a16:creationId xmlns:a16="http://schemas.microsoft.com/office/drawing/2014/main" id="{B36555F6-D15C-459D-D527-10DEA1FFDF6A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102427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 marL="449263" indent="-182563">
              <a:defRPr lang="en-US" sz="1800" kern="1200" baseline="0" dirty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B5281F-F3B9-79B4-3B75-77CC335F62AB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81230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sp>
        <p:nvSpPr>
          <p:cNvPr id="9" name="Text Placeholder 191">
            <a:extLst>
              <a:ext uri="{FF2B5EF4-FFF2-40B4-BE49-F238E27FC236}">
                <a16:creationId xmlns:a16="http://schemas.microsoft.com/office/drawing/2014/main" id="{168ED6BD-0335-1C1A-E176-32E858FFEBDB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275486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 marL="449263" indent="-182563">
              <a:defRPr lang="en-US" sz="1800" kern="1200" baseline="0" dirty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6C9699-1776-4809-49C9-02F5021BBF1B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554289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106430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+ p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0C2418-CFA4-8B22-3AD7-A362BC71ADE1}"/>
              </a:ext>
            </a:extLst>
          </p:cNvPr>
          <p:cNvSpPr/>
          <p:nvPr userDrawn="1"/>
        </p:nvSpPr>
        <p:spPr>
          <a:xfrm>
            <a:off x="0" y="753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A130A31-3438-0BFD-C7C8-E1311CDA4EE0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2761060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F0934713-F106-8A5D-1E29-4B90A1B8C4CD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5069682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EA33291A-98BB-B203-F67C-1B2AF69D3B28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7378304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F6C200A7-1F61-4284-9B9E-E9C78532BB10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9686925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B00B0D3-3580-E114-E182-556B8A549E45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452438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24" name="Text Placeholder 191">
            <a:extLst>
              <a:ext uri="{FF2B5EF4-FFF2-40B4-BE49-F238E27FC236}">
                <a16:creationId xmlns:a16="http://schemas.microsoft.com/office/drawing/2014/main" id="{6944BDE7-1671-DC85-A0D1-59F1A07D6B0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851878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5" name="Text Placeholder 191">
            <a:extLst>
              <a:ext uri="{FF2B5EF4-FFF2-40B4-BE49-F238E27FC236}">
                <a16:creationId xmlns:a16="http://schemas.microsoft.com/office/drawing/2014/main" id="{5E0D74B9-33A4-2E92-DE63-1C97F8E9B5E2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43256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6" name="Text Placeholder 191">
            <a:extLst>
              <a:ext uri="{FF2B5EF4-FFF2-40B4-BE49-F238E27FC236}">
                <a16:creationId xmlns:a16="http://schemas.microsoft.com/office/drawing/2014/main" id="{DF655C33-73AF-ADE2-27E3-C40B5889EDAB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469122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7" name="Text Placeholder 191">
            <a:extLst>
              <a:ext uri="{FF2B5EF4-FFF2-40B4-BE49-F238E27FC236}">
                <a16:creationId xmlns:a16="http://schemas.microsoft.com/office/drawing/2014/main" id="{87266497-FCFE-E924-0CF9-DB5E43B876FA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5160500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8" name="Text Placeholder 191">
            <a:extLst>
              <a:ext uri="{FF2B5EF4-FFF2-40B4-BE49-F238E27FC236}">
                <a16:creationId xmlns:a16="http://schemas.microsoft.com/office/drawing/2014/main" id="{02F58640-198A-EFB6-2CA0-23CA059BB38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777743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3D63F91-945A-D329-8987-882B4C3A46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438" y="1296000"/>
            <a:ext cx="11306175" cy="113225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Be Vietnam Pro" pitchFamily="2" charset="0"/>
              </a:defRPr>
            </a:lvl1pPr>
            <a:lvl2pPr marL="742950" indent="-342900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627063" algn="l"/>
              </a:tabLst>
              <a:defRPr lang="en-US" sz="1600" kern="1200" baseline="0" dirty="0" smtClean="0">
                <a:solidFill>
                  <a:schemeClr val="tx1"/>
                </a:solidFill>
                <a:latin typeface="Be Vietnam Pro ExtraLight" pitchFamily="2" charset="0"/>
                <a:ea typeface="+mn-ea"/>
                <a:cs typeface="Arial" panose="020B0604020202020204" pitchFamily="34" charset="0"/>
              </a:defRPr>
            </a:lvl2pPr>
            <a:lvl3pPr marL="627063" indent="0">
              <a:buSzPct val="75000"/>
              <a:buFont typeface="Arial" panose="020B0604020202020204" pitchFamily="34" charset="0"/>
              <a:buNone/>
              <a:defRPr sz="2000">
                <a:solidFill>
                  <a:schemeClr val="bg2"/>
                </a:solidFill>
              </a:defRPr>
            </a:lvl3pPr>
            <a:lvl4pPr marL="1084263" indent="-228600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bg2"/>
                </a:solidFill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lang="en-US" sz="18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FB359A-37AA-CACB-C122-E3AC4F10B0E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9203479-F214-58D6-AEF9-3A4CAF93690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35CECCE-B682-DE78-8C4C-66C8C7889E9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BDCF0E4-2595-9E55-1AA2-674AFCBCEFBA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BE431CB-037D-8486-C373-72CFAAB285B6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14A2FE1-ED40-C27A-1202-73313A0C2F28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262253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7488BA-EAC7-EC8E-5BD5-1A1CFB4B2AC9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7D7803BA-C81F-C5DC-3BFC-BC7B51D2036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ctr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CE10F09-12B9-7951-3815-F35E0FA5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BCA78-E68D-071D-10BA-14A50D7B7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ext Placeholder 191">
            <a:extLst>
              <a:ext uri="{FF2B5EF4-FFF2-40B4-BE49-F238E27FC236}">
                <a16:creationId xmlns:a16="http://schemas.microsoft.com/office/drawing/2014/main" id="{F44A5ABF-7378-E4ED-CDFB-B745A84731D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028779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8" name="Text Placeholder 191">
            <a:extLst>
              <a:ext uri="{FF2B5EF4-FFF2-40B4-BE49-F238E27FC236}">
                <a16:creationId xmlns:a16="http://schemas.microsoft.com/office/drawing/2014/main" id="{F9210861-5B1B-1E3B-01B0-2F986281E73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304868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9" name="Text Placeholder 191">
            <a:extLst>
              <a:ext uri="{FF2B5EF4-FFF2-40B4-BE49-F238E27FC236}">
                <a16:creationId xmlns:a16="http://schemas.microsoft.com/office/drawing/2014/main" id="{67BD15EA-A420-EC52-365E-8F7D1737221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166823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A8C4D4-1D85-FD6E-C95C-1B562BAC101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19201F-8383-7F6E-65ED-D0C4357D2DF8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EC60CA8-4749-D8A5-E7E8-194E646CB513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748B482-3438-5C9A-A6F2-B69DE570E545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299E22B-F118-66A4-38EF-E212325748E8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8232BB4-E927-F191-A077-31D77852F662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E6B8A67-1490-D852-C13F-6FEC184518A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837222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7488BA-EAC7-EC8E-5BD5-1A1CFB4B2AC9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7D7803BA-C81F-C5DC-3BFC-BC7B51D2036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CE10F09-12B9-7951-3815-F35E0FA5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BCA78-E68D-071D-10BA-14A50D7B7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ext Placeholder 191">
            <a:extLst>
              <a:ext uri="{FF2B5EF4-FFF2-40B4-BE49-F238E27FC236}">
                <a16:creationId xmlns:a16="http://schemas.microsoft.com/office/drawing/2014/main" id="{F44A5ABF-7378-E4ED-CDFB-B745A84731D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005260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8" name="Text Placeholder 191">
            <a:extLst>
              <a:ext uri="{FF2B5EF4-FFF2-40B4-BE49-F238E27FC236}">
                <a16:creationId xmlns:a16="http://schemas.microsoft.com/office/drawing/2014/main" id="{F9210861-5B1B-1E3B-01B0-2F986281E73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297029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9" name="Text Placeholder 191">
            <a:extLst>
              <a:ext uri="{FF2B5EF4-FFF2-40B4-BE49-F238E27FC236}">
                <a16:creationId xmlns:a16="http://schemas.microsoft.com/office/drawing/2014/main" id="{67BD15EA-A420-EC52-365E-8F7D1737221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151145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5D3070-D155-C008-98F2-E76F798F77A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A0C47CE-3A06-BC23-1E3E-1A3730B15B00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576A5C-8E29-14D7-CFF6-7EE6BA697735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2A9AFF1-1912-4D2E-18D4-A050ABB88484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F5A33B-15FF-5C64-8157-B940FB6F81D3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89BC8A-DCFC-11C3-A150-3FD37C5F1739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43A16D66-43A5-DB6E-9329-99822C1EAE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061464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A243CC4-4632-9B8C-8303-595FA035F4A3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D18BA986-8132-DED1-E206-F39E377B716E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202687" y="196142"/>
            <a:ext cx="11808000" cy="5563964"/>
          </a:xfrm>
          <a:prstGeom prst="roundRect">
            <a:avLst>
              <a:gd name="adj" fmla="val 5018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rgbClr val="FFFFFF"/>
                </a:solidFill>
                <a:latin typeface="Arial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 dirty="0"/>
              <a:t>  </a:t>
            </a:r>
            <a:r>
              <a:rPr lang="he-IL" dirty="0"/>
              <a:t> </a:t>
            </a:r>
            <a:endParaRPr lang="en-I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2FBEE-913C-47C2-4028-AB28CF83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96" y="571032"/>
            <a:ext cx="11303492" cy="410369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76" name="Text Placeholder 191">
            <a:extLst>
              <a:ext uri="{FF2B5EF4-FFF2-40B4-BE49-F238E27FC236}">
                <a16:creationId xmlns:a16="http://schemas.microsoft.com/office/drawing/2014/main" id="{4DBD5F3E-6583-F212-5A9C-1F6C8E137340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581799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205707-2E7A-5445-F3BD-74D5E1D79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7A79513-56A4-BDD7-8B3C-569EF420D4EE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453600" y="1263600"/>
            <a:ext cx="11306175" cy="1179563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Be Vietnam Pro" pitchFamily="2" charset="0"/>
              </a:defRPr>
            </a:lvl1pPr>
            <a:lvl2pPr marL="742950" indent="-342900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627063" algn="l"/>
              </a:tabLst>
              <a:defRPr lang="en-US" sz="1600" kern="1200" baseline="0" dirty="0" smtClean="0">
                <a:solidFill>
                  <a:schemeClr val="tx1"/>
                </a:solidFill>
                <a:latin typeface="Be Vietnam Pro ExtraLight" pitchFamily="2" charset="0"/>
                <a:ea typeface="+mn-ea"/>
                <a:cs typeface="Arial" panose="020B0604020202020204" pitchFamily="34" charset="0"/>
              </a:defRPr>
            </a:lvl2pPr>
            <a:lvl3pPr marL="627063" indent="0">
              <a:buSzPct val="75000"/>
              <a:buFont typeface="Arial" panose="020B0604020202020204" pitchFamily="34" charset="0"/>
              <a:buNone/>
              <a:defRPr sz="2000">
                <a:solidFill>
                  <a:schemeClr val="bg2"/>
                </a:solidFill>
              </a:defRPr>
            </a:lvl3pPr>
            <a:lvl4pPr marL="1084263" indent="-228600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bg2"/>
                </a:solidFill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lang="en-US" sz="18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5BBF6A6D-13AB-CB71-5941-F1D548B0E3F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752615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77" name="Text Placeholder 191">
            <a:extLst>
              <a:ext uri="{FF2B5EF4-FFF2-40B4-BE49-F238E27FC236}">
                <a16:creationId xmlns:a16="http://schemas.microsoft.com/office/drawing/2014/main" id="{268230B9-0D77-5E78-99D7-E6A58857FA2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8189373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05A8BEF7-3B59-6E25-ED5C-A01C4FCACBC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360189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75" name="Text Placeholder 191">
            <a:extLst>
              <a:ext uri="{FF2B5EF4-FFF2-40B4-BE49-F238E27FC236}">
                <a16:creationId xmlns:a16="http://schemas.microsoft.com/office/drawing/2014/main" id="{DD87AF7A-75F4-EF97-89FD-A319E95D2F0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385586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55FB23E2-499E-BC98-A58E-BA6894EB2898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547444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F3BBBDB-E1E5-B889-6E06-E2D938A0A78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3F5106F-DBA1-69EB-F52F-4CE8BF02572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5BEA87D-E502-14EC-8274-124F78C13347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D134FAB-AE2A-4B6A-5A92-B8D46A854768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F863EB1-9767-E7B6-21D9-48C900D87BD0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CA7169A-3F30-3877-5560-D9C1A8EEC15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829021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84829378-27C4-B40B-07C1-F7D692483FF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1268413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2FBEE-913C-47C2-4028-AB28CF83B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205707-2E7A-5445-F3BD-74D5E1D79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ext Placeholder 191">
            <a:extLst>
              <a:ext uri="{FF2B5EF4-FFF2-40B4-BE49-F238E27FC236}">
                <a16:creationId xmlns:a16="http://schemas.microsoft.com/office/drawing/2014/main" id="{7E3FD936-7B6F-C20C-BDA8-A446ABB3C89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273224" y="1268414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10" name="Text Placeholder 191">
            <a:extLst>
              <a:ext uri="{FF2B5EF4-FFF2-40B4-BE49-F238E27FC236}">
                <a16:creationId xmlns:a16="http://schemas.microsoft.com/office/drawing/2014/main" id="{8555A1CA-55C6-61B8-17BF-C9460B7D570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103537" y="1268414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BA8C62-736C-9991-B62B-BED579043143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B010B4B-D8D7-1042-F3DB-2AC691F7440E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8EA7DE5-E122-B24C-A9A2-A474B7E973E4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D012B5B-A611-D3CE-4F11-323FEE0131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A6A8549-8E9E-2454-227C-9FCE17182737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86F96A9-47F4-7B3B-F41D-74A8F38621BE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7884086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B86730-81A9-2337-6A40-B6C8E7096EA8}"/>
              </a:ext>
            </a:extLst>
          </p:cNvPr>
          <p:cNvSpPr/>
          <p:nvPr userDrawn="1"/>
        </p:nvSpPr>
        <p:spPr>
          <a:xfrm>
            <a:off x="0" y="753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184125-7C50-C63F-F1F7-09F591E5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04EC02-92BD-999E-2C35-10DAE3533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DC377401-2B9C-F0C5-5AE6-ECBF09A56D7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27884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B06B5D5-7815-FD68-0A18-5697F339DB81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4CCFAA0-6F43-0909-8DD7-87D638BD1B5A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D3FFD2-657E-9E92-923B-63EBC847A4C0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F6B2F81-A272-76C6-3FE3-BBC740050BC4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7BFBAC-7F9A-A7F5-A1F2-F5154BD2BE1E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B78E5DA-DDC6-A3F1-28D8-01CBA28713BC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1" name="Text Placeholder 191">
            <a:extLst>
              <a:ext uri="{FF2B5EF4-FFF2-40B4-BE49-F238E27FC236}">
                <a16:creationId xmlns:a16="http://schemas.microsoft.com/office/drawing/2014/main" id="{32D484B1-B0B3-6BF8-4730-3C2C5DA3CB5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04329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sp>
        <p:nvSpPr>
          <p:cNvPr id="22" name="Text Placeholder 191">
            <a:extLst>
              <a:ext uri="{FF2B5EF4-FFF2-40B4-BE49-F238E27FC236}">
                <a16:creationId xmlns:a16="http://schemas.microsoft.com/office/drawing/2014/main" id="{126B7A00-E426-0462-944E-DD327056091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266107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0DA419B-B9A4-A03A-31D8-95ED845936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340169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 colo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A8E4F0-150E-604B-A20E-DE7FF6AFB2FB}"/>
              </a:ext>
            </a:extLst>
          </p:cNvPr>
          <p:cNvSpPr/>
          <p:nvPr userDrawn="1"/>
        </p:nvSpPr>
        <p:spPr>
          <a:xfrm rot="10800000">
            <a:off x="192088" y="188913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Freeform 6"/>
          <p:cNvSpPr>
            <a:spLocks/>
          </p:cNvSpPr>
          <p:nvPr userDrawn="1"/>
        </p:nvSpPr>
        <p:spPr bwMode="auto">
          <a:xfrm>
            <a:off x="1" y="-2115"/>
            <a:ext cx="3185030" cy="4309112"/>
          </a:xfrm>
          <a:custGeom>
            <a:avLst/>
            <a:gdLst>
              <a:gd name="T0" fmla="*/ 1502 w 1502"/>
              <a:gd name="T1" fmla="*/ 0 h 2033"/>
              <a:gd name="T2" fmla="*/ 0 w 1502"/>
              <a:gd name="T3" fmla="*/ 2033 h 2033"/>
              <a:gd name="T4" fmla="*/ 1502 w 1502"/>
              <a:gd name="T5" fmla="*/ 0 h 2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2" h="2033">
                <a:moveTo>
                  <a:pt x="1502" y="0"/>
                </a:moveTo>
                <a:cubicBezTo>
                  <a:pt x="1308" y="1026"/>
                  <a:pt x="783" y="1698"/>
                  <a:pt x="0" y="2033"/>
                </a:cubicBezTo>
                <a:cubicBezTo>
                  <a:pt x="783" y="1698"/>
                  <a:pt x="1308" y="1026"/>
                  <a:pt x="1502" y="0"/>
                </a:cubicBezTo>
              </a:path>
            </a:pathLst>
          </a:custGeom>
          <a:solidFill>
            <a:srgbClr val="B0C8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grpSp>
        <p:nvGrpSpPr>
          <p:cNvPr id="1883" name="Group 1882">
            <a:extLst>
              <a:ext uri="{FF2B5EF4-FFF2-40B4-BE49-F238E27FC236}">
                <a16:creationId xmlns:a16="http://schemas.microsoft.com/office/drawing/2014/main" id="{D8C4B6AA-0F6E-399A-4376-73247A503ECE}"/>
              </a:ext>
            </a:extLst>
          </p:cNvPr>
          <p:cNvGrpSpPr/>
          <p:nvPr userDrawn="1"/>
        </p:nvGrpSpPr>
        <p:grpSpPr>
          <a:xfrm>
            <a:off x="2418767" y="3380671"/>
            <a:ext cx="7354466" cy="784039"/>
            <a:chOff x="2972420" y="4301063"/>
            <a:chExt cx="6374573" cy="679576"/>
          </a:xfrm>
        </p:grpSpPr>
        <p:grpSp>
          <p:nvGrpSpPr>
            <p:cNvPr id="34" name="Graphic 7">
              <a:extLst>
                <a:ext uri="{FF2B5EF4-FFF2-40B4-BE49-F238E27FC236}">
                  <a16:creationId xmlns:a16="http://schemas.microsoft.com/office/drawing/2014/main" id="{4D79E22B-D9B6-6433-B5D1-A36B113D1F1A}"/>
                </a:ext>
              </a:extLst>
            </p:cNvPr>
            <p:cNvGrpSpPr/>
            <p:nvPr/>
          </p:nvGrpSpPr>
          <p:grpSpPr>
            <a:xfrm>
              <a:off x="8947346" y="4580992"/>
              <a:ext cx="399647" cy="399647"/>
              <a:chOff x="11720923" y="6079969"/>
              <a:chExt cx="300497" cy="300497"/>
            </a:xfrm>
            <a:solidFill>
              <a:schemeClr val="tx1"/>
            </a:solidFill>
          </p:grpSpPr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44D6282E-993E-D4B2-97AE-5CF69AE3AEDB}"/>
                  </a:ext>
                </a:extLst>
              </p:cNvPr>
              <p:cNvSpPr/>
              <p:nvPr/>
            </p:nvSpPr>
            <p:spPr>
              <a:xfrm>
                <a:off x="11720923" y="6079969"/>
                <a:ext cx="73287" cy="73287"/>
              </a:xfrm>
              <a:custGeom>
                <a:avLst/>
                <a:gdLst>
                  <a:gd name="connsiteX0" fmla="*/ 36644 w 73287"/>
                  <a:gd name="connsiteY0" fmla="*/ 0 h 73287"/>
                  <a:gd name="connsiteX1" fmla="*/ 0 w 73287"/>
                  <a:gd name="connsiteY1" fmla="*/ 36644 h 73287"/>
                  <a:gd name="connsiteX2" fmla="*/ 36644 w 73287"/>
                  <a:gd name="connsiteY2" fmla="*/ 73288 h 73287"/>
                  <a:gd name="connsiteX3" fmla="*/ 73288 w 73287"/>
                  <a:gd name="connsiteY3" fmla="*/ 36644 h 73287"/>
                  <a:gd name="connsiteX4" fmla="*/ 36644 w 73287"/>
                  <a:gd name="connsiteY4" fmla="*/ 0 h 73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287" h="73287">
                    <a:moveTo>
                      <a:pt x="36644" y="0"/>
                    </a:moveTo>
                    <a:cubicBezTo>
                      <a:pt x="16462" y="0"/>
                      <a:pt x="0" y="16369"/>
                      <a:pt x="0" y="36644"/>
                    </a:cubicBezTo>
                    <a:cubicBezTo>
                      <a:pt x="0" y="56919"/>
                      <a:pt x="16369" y="73288"/>
                      <a:pt x="36644" y="73288"/>
                    </a:cubicBezTo>
                    <a:cubicBezTo>
                      <a:pt x="56919" y="73288"/>
                      <a:pt x="73288" y="56919"/>
                      <a:pt x="73288" y="36644"/>
                    </a:cubicBezTo>
                    <a:cubicBezTo>
                      <a:pt x="73288" y="16369"/>
                      <a:pt x="56919" y="0"/>
                      <a:pt x="36644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7E69866F-7A4B-21A6-2B03-C3B41DB70245}"/>
                  </a:ext>
                </a:extLst>
              </p:cNvPr>
              <p:cNvSpPr/>
              <p:nvPr/>
            </p:nvSpPr>
            <p:spPr>
              <a:xfrm>
                <a:off x="11837737" y="6079969"/>
                <a:ext cx="73287" cy="73287"/>
              </a:xfrm>
              <a:custGeom>
                <a:avLst/>
                <a:gdLst>
                  <a:gd name="connsiteX0" fmla="*/ 36644 w 73287"/>
                  <a:gd name="connsiteY0" fmla="*/ 73288 h 73287"/>
                  <a:gd name="connsiteX1" fmla="*/ 73288 w 73287"/>
                  <a:gd name="connsiteY1" fmla="*/ 36644 h 73287"/>
                  <a:gd name="connsiteX2" fmla="*/ 36644 w 73287"/>
                  <a:gd name="connsiteY2" fmla="*/ 0 h 73287"/>
                  <a:gd name="connsiteX3" fmla="*/ 0 w 73287"/>
                  <a:gd name="connsiteY3" fmla="*/ 36644 h 73287"/>
                  <a:gd name="connsiteX4" fmla="*/ 36644 w 73287"/>
                  <a:gd name="connsiteY4" fmla="*/ 73288 h 73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287" h="73287">
                    <a:moveTo>
                      <a:pt x="36644" y="73288"/>
                    </a:moveTo>
                    <a:cubicBezTo>
                      <a:pt x="56826" y="73288"/>
                      <a:pt x="73288" y="56919"/>
                      <a:pt x="73288" y="36644"/>
                    </a:cubicBezTo>
                    <a:cubicBezTo>
                      <a:pt x="73288" y="16369"/>
                      <a:pt x="56919" y="0"/>
                      <a:pt x="36644" y="0"/>
                    </a:cubicBezTo>
                    <a:cubicBezTo>
                      <a:pt x="16369" y="0"/>
                      <a:pt x="0" y="16369"/>
                      <a:pt x="0" y="36644"/>
                    </a:cubicBezTo>
                    <a:cubicBezTo>
                      <a:pt x="0" y="56919"/>
                      <a:pt x="16369" y="73288"/>
                      <a:pt x="36644" y="73288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30935AAB-56A2-3C76-7A1C-A037F8AB07B2}"/>
                  </a:ext>
                </a:extLst>
              </p:cNvPr>
              <p:cNvSpPr/>
              <p:nvPr/>
            </p:nvSpPr>
            <p:spPr>
              <a:xfrm>
                <a:off x="11794210" y="6153256"/>
                <a:ext cx="227210" cy="227210"/>
              </a:xfrm>
              <a:custGeom>
                <a:avLst/>
                <a:gdLst>
                  <a:gd name="connsiteX0" fmla="*/ 223676 w 227210"/>
                  <a:gd name="connsiteY0" fmla="*/ 0 h 227210"/>
                  <a:gd name="connsiteX1" fmla="*/ 170012 w 227210"/>
                  <a:gd name="connsiteY1" fmla="*/ 0 h 227210"/>
                  <a:gd name="connsiteX2" fmla="*/ 166478 w 227210"/>
                  <a:gd name="connsiteY2" fmla="*/ 3441 h 227210"/>
                  <a:gd name="connsiteX3" fmla="*/ 3441 w 227210"/>
                  <a:gd name="connsiteY3" fmla="*/ 166478 h 227210"/>
                  <a:gd name="connsiteX4" fmla="*/ 0 w 227210"/>
                  <a:gd name="connsiteY4" fmla="*/ 170012 h 227210"/>
                  <a:gd name="connsiteX5" fmla="*/ 0 w 227210"/>
                  <a:gd name="connsiteY5" fmla="*/ 223676 h 227210"/>
                  <a:gd name="connsiteX6" fmla="*/ 3534 w 227210"/>
                  <a:gd name="connsiteY6" fmla="*/ 227210 h 227210"/>
                  <a:gd name="connsiteX7" fmla="*/ 227210 w 227210"/>
                  <a:gd name="connsiteY7" fmla="*/ 3534 h 227210"/>
                  <a:gd name="connsiteX8" fmla="*/ 223676 w 227210"/>
                  <a:gd name="connsiteY8" fmla="*/ 0 h 22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210" h="227210">
                    <a:moveTo>
                      <a:pt x="223676" y="0"/>
                    </a:moveTo>
                    <a:lnTo>
                      <a:pt x="170012" y="0"/>
                    </a:lnTo>
                    <a:cubicBezTo>
                      <a:pt x="168059" y="0"/>
                      <a:pt x="166571" y="1581"/>
                      <a:pt x="166478" y="3441"/>
                    </a:cubicBezTo>
                    <a:cubicBezTo>
                      <a:pt x="164618" y="92540"/>
                      <a:pt x="92540" y="164618"/>
                      <a:pt x="3441" y="166478"/>
                    </a:cubicBezTo>
                    <a:cubicBezTo>
                      <a:pt x="1488" y="166478"/>
                      <a:pt x="0" y="168059"/>
                      <a:pt x="0" y="170012"/>
                    </a:cubicBezTo>
                    <a:lnTo>
                      <a:pt x="0" y="223676"/>
                    </a:lnTo>
                    <a:cubicBezTo>
                      <a:pt x="0" y="225629"/>
                      <a:pt x="1581" y="227210"/>
                      <a:pt x="3534" y="227210"/>
                    </a:cubicBezTo>
                    <a:cubicBezTo>
                      <a:pt x="126021" y="225350"/>
                      <a:pt x="225350" y="126021"/>
                      <a:pt x="227210" y="3534"/>
                    </a:cubicBezTo>
                    <a:cubicBezTo>
                      <a:pt x="227210" y="1581"/>
                      <a:pt x="225629" y="0"/>
                      <a:pt x="223676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F0C8C6D-A4D8-A346-DABC-E8D06959C8C8}"/>
                </a:ext>
              </a:extLst>
            </p:cNvPr>
            <p:cNvSpPr/>
            <p:nvPr/>
          </p:nvSpPr>
          <p:spPr>
            <a:xfrm>
              <a:off x="5987266" y="4301063"/>
              <a:ext cx="139180" cy="139181"/>
            </a:xfrm>
            <a:custGeom>
              <a:avLst/>
              <a:gdLst>
                <a:gd name="connsiteX0" fmla="*/ 55720 w 104651"/>
                <a:gd name="connsiteY0" fmla="*/ 104 h 104651"/>
                <a:gd name="connsiteX1" fmla="*/ 104 w 104651"/>
                <a:gd name="connsiteY1" fmla="*/ 55720 h 104651"/>
                <a:gd name="connsiteX2" fmla="*/ 48931 w 104651"/>
                <a:gd name="connsiteY2" fmla="*/ 104548 h 104651"/>
                <a:gd name="connsiteX3" fmla="*/ 104548 w 104651"/>
                <a:gd name="connsiteY3" fmla="*/ 48931 h 104651"/>
                <a:gd name="connsiteX4" fmla="*/ 55720 w 104651"/>
                <a:gd name="connsiteY4" fmla="*/ 104 h 10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51" h="104651">
                  <a:moveTo>
                    <a:pt x="55720" y="104"/>
                  </a:moveTo>
                  <a:cubicBezTo>
                    <a:pt x="24099" y="-1850"/>
                    <a:pt x="-1850" y="24099"/>
                    <a:pt x="104" y="55720"/>
                  </a:cubicBezTo>
                  <a:cubicBezTo>
                    <a:pt x="1778" y="81762"/>
                    <a:pt x="22890" y="102874"/>
                    <a:pt x="48931" y="104548"/>
                  </a:cubicBezTo>
                  <a:cubicBezTo>
                    <a:pt x="80552" y="106501"/>
                    <a:pt x="106501" y="80552"/>
                    <a:pt x="104548" y="48931"/>
                  </a:cubicBezTo>
                  <a:cubicBezTo>
                    <a:pt x="102874" y="22890"/>
                    <a:pt x="81762" y="1778"/>
                    <a:pt x="55720" y="104"/>
                  </a:cubicBezTo>
                </a:path>
              </a:pathLst>
            </a:custGeom>
            <a:solidFill>
              <a:schemeClr val="bg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1882" name="Group 1881">
              <a:extLst>
                <a:ext uri="{FF2B5EF4-FFF2-40B4-BE49-F238E27FC236}">
                  <a16:creationId xmlns:a16="http://schemas.microsoft.com/office/drawing/2014/main" id="{4015A4F5-65CB-3E00-263C-4FECBA676E9A}"/>
                </a:ext>
              </a:extLst>
            </p:cNvPr>
            <p:cNvGrpSpPr/>
            <p:nvPr userDrawn="1"/>
          </p:nvGrpSpPr>
          <p:grpSpPr>
            <a:xfrm>
              <a:off x="5457262" y="4332374"/>
              <a:ext cx="1647077" cy="583825"/>
              <a:chOff x="5457271" y="4332375"/>
              <a:chExt cx="1647084" cy="583825"/>
            </a:xfrm>
            <a:solidFill>
              <a:schemeClr val="bg2"/>
            </a:solidFill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2350BB0-C3AA-14F3-D3F3-C4407FAE2CC8}"/>
                  </a:ext>
                </a:extLst>
              </p:cNvPr>
              <p:cNvSpPr/>
              <p:nvPr/>
            </p:nvSpPr>
            <p:spPr>
              <a:xfrm>
                <a:off x="5457271" y="4344868"/>
                <a:ext cx="458649" cy="558592"/>
              </a:xfrm>
              <a:custGeom>
                <a:avLst/>
                <a:gdLst>
                  <a:gd name="connsiteX0" fmla="*/ 339839 w 344860"/>
                  <a:gd name="connsiteY0" fmla="*/ 0 h 420008"/>
                  <a:gd name="connsiteX1" fmla="*/ 255670 w 344860"/>
                  <a:gd name="connsiteY1" fmla="*/ 0 h 420008"/>
                  <a:gd name="connsiteX2" fmla="*/ 250647 w 344860"/>
                  <a:gd name="connsiteY2" fmla="*/ 5022 h 420008"/>
                  <a:gd name="connsiteX3" fmla="*/ 250647 w 344860"/>
                  <a:gd name="connsiteY3" fmla="*/ 251949 h 420008"/>
                  <a:gd name="connsiteX4" fmla="*/ 247485 w 344860"/>
                  <a:gd name="connsiteY4" fmla="*/ 252786 h 420008"/>
                  <a:gd name="connsiteX5" fmla="*/ 101747 w 344860"/>
                  <a:gd name="connsiteY5" fmla="*/ 2511 h 420008"/>
                  <a:gd name="connsiteX6" fmla="*/ 97376 w 344860"/>
                  <a:gd name="connsiteY6" fmla="*/ 0 h 420008"/>
                  <a:gd name="connsiteX7" fmla="*/ 5022 w 344860"/>
                  <a:gd name="connsiteY7" fmla="*/ 0 h 420008"/>
                  <a:gd name="connsiteX8" fmla="*/ 0 w 344860"/>
                  <a:gd name="connsiteY8" fmla="*/ 5022 h 420008"/>
                  <a:gd name="connsiteX9" fmla="*/ 0 w 344860"/>
                  <a:gd name="connsiteY9" fmla="*/ 414986 h 420008"/>
                  <a:gd name="connsiteX10" fmla="*/ 5022 w 344860"/>
                  <a:gd name="connsiteY10" fmla="*/ 420009 h 420008"/>
                  <a:gd name="connsiteX11" fmla="*/ 89191 w 344860"/>
                  <a:gd name="connsiteY11" fmla="*/ 420009 h 420008"/>
                  <a:gd name="connsiteX12" fmla="*/ 94214 w 344860"/>
                  <a:gd name="connsiteY12" fmla="*/ 414986 h 420008"/>
                  <a:gd name="connsiteX13" fmla="*/ 94214 w 344860"/>
                  <a:gd name="connsiteY13" fmla="*/ 169082 h 420008"/>
                  <a:gd name="connsiteX14" fmla="*/ 97376 w 344860"/>
                  <a:gd name="connsiteY14" fmla="*/ 168245 h 420008"/>
                  <a:gd name="connsiteX15" fmla="*/ 243114 w 344860"/>
                  <a:gd name="connsiteY15" fmla="*/ 417497 h 420008"/>
                  <a:gd name="connsiteX16" fmla="*/ 247485 w 344860"/>
                  <a:gd name="connsiteY16" fmla="*/ 420009 h 420008"/>
                  <a:gd name="connsiteX17" fmla="*/ 339839 w 344860"/>
                  <a:gd name="connsiteY17" fmla="*/ 420009 h 420008"/>
                  <a:gd name="connsiteX18" fmla="*/ 344861 w 344860"/>
                  <a:gd name="connsiteY18" fmla="*/ 414986 h 420008"/>
                  <a:gd name="connsiteX19" fmla="*/ 344861 w 344860"/>
                  <a:gd name="connsiteY19" fmla="*/ 5022 h 420008"/>
                  <a:gd name="connsiteX20" fmla="*/ 339839 w 344860"/>
                  <a:gd name="connsiteY20" fmla="*/ 0 h 420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4860" h="420008">
                    <a:moveTo>
                      <a:pt x="339839" y="0"/>
                    </a:moveTo>
                    <a:lnTo>
                      <a:pt x="255670" y="0"/>
                    </a:lnTo>
                    <a:cubicBezTo>
                      <a:pt x="252879" y="0"/>
                      <a:pt x="250647" y="2232"/>
                      <a:pt x="250647" y="5022"/>
                    </a:cubicBezTo>
                    <a:lnTo>
                      <a:pt x="250647" y="251949"/>
                    </a:lnTo>
                    <a:cubicBezTo>
                      <a:pt x="250647" y="253623"/>
                      <a:pt x="248415" y="254274"/>
                      <a:pt x="247485" y="252786"/>
                    </a:cubicBezTo>
                    <a:lnTo>
                      <a:pt x="101747" y="2511"/>
                    </a:lnTo>
                    <a:cubicBezTo>
                      <a:pt x="100817" y="930"/>
                      <a:pt x="99143" y="0"/>
                      <a:pt x="97376" y="0"/>
                    </a:cubicBezTo>
                    <a:lnTo>
                      <a:pt x="5022" y="0"/>
                    </a:lnTo>
                    <a:cubicBezTo>
                      <a:pt x="2232" y="0"/>
                      <a:pt x="0" y="2232"/>
                      <a:pt x="0" y="5022"/>
                    </a:cubicBezTo>
                    <a:lnTo>
                      <a:pt x="0" y="414986"/>
                    </a:lnTo>
                    <a:cubicBezTo>
                      <a:pt x="0" y="417776"/>
                      <a:pt x="2232" y="420009"/>
                      <a:pt x="5022" y="420009"/>
                    </a:cubicBezTo>
                    <a:lnTo>
                      <a:pt x="89191" y="420009"/>
                    </a:lnTo>
                    <a:cubicBezTo>
                      <a:pt x="91982" y="420009"/>
                      <a:pt x="94214" y="417776"/>
                      <a:pt x="94214" y="414986"/>
                    </a:cubicBezTo>
                    <a:lnTo>
                      <a:pt x="94214" y="169082"/>
                    </a:lnTo>
                    <a:cubicBezTo>
                      <a:pt x="94214" y="167408"/>
                      <a:pt x="96446" y="166757"/>
                      <a:pt x="97376" y="168245"/>
                    </a:cubicBezTo>
                    <a:lnTo>
                      <a:pt x="243114" y="417497"/>
                    </a:lnTo>
                    <a:cubicBezTo>
                      <a:pt x="244044" y="419078"/>
                      <a:pt x="245625" y="420009"/>
                      <a:pt x="247485" y="420009"/>
                    </a:cubicBezTo>
                    <a:lnTo>
                      <a:pt x="339839" y="420009"/>
                    </a:lnTo>
                    <a:cubicBezTo>
                      <a:pt x="342629" y="420009"/>
                      <a:pt x="344861" y="417776"/>
                      <a:pt x="344861" y="414986"/>
                    </a:cubicBezTo>
                    <a:lnTo>
                      <a:pt x="344861" y="5022"/>
                    </a:lnTo>
                    <a:cubicBezTo>
                      <a:pt x="344861" y="2232"/>
                      <a:pt x="342629" y="0"/>
                      <a:pt x="339839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1E3A1604-BF67-29B2-3B2C-0E9A66B5F69D}"/>
                  </a:ext>
                </a:extLst>
              </p:cNvPr>
              <p:cNvSpPr/>
              <p:nvPr/>
            </p:nvSpPr>
            <p:spPr>
              <a:xfrm>
                <a:off x="5999167" y="4476581"/>
                <a:ext cx="115281" cy="426879"/>
              </a:xfrm>
              <a:custGeom>
                <a:avLst/>
                <a:gdLst>
                  <a:gd name="connsiteX0" fmla="*/ 80635 w 86680"/>
                  <a:gd name="connsiteY0" fmla="*/ 200 h 320972"/>
                  <a:gd name="connsiteX1" fmla="*/ 43340 w 86680"/>
                  <a:gd name="connsiteY1" fmla="*/ 4106 h 320972"/>
                  <a:gd name="connsiteX2" fmla="*/ 6045 w 86680"/>
                  <a:gd name="connsiteY2" fmla="*/ 200 h 320972"/>
                  <a:gd name="connsiteX3" fmla="*/ 0 w 86680"/>
                  <a:gd name="connsiteY3" fmla="*/ 5129 h 320972"/>
                  <a:gd name="connsiteX4" fmla="*/ 0 w 86680"/>
                  <a:gd name="connsiteY4" fmla="*/ 315950 h 320972"/>
                  <a:gd name="connsiteX5" fmla="*/ 5022 w 86680"/>
                  <a:gd name="connsiteY5" fmla="*/ 320972 h 320972"/>
                  <a:gd name="connsiteX6" fmla="*/ 81658 w 86680"/>
                  <a:gd name="connsiteY6" fmla="*/ 320972 h 320972"/>
                  <a:gd name="connsiteX7" fmla="*/ 86680 w 86680"/>
                  <a:gd name="connsiteY7" fmla="*/ 315950 h 320972"/>
                  <a:gd name="connsiteX8" fmla="*/ 86680 w 86680"/>
                  <a:gd name="connsiteY8" fmla="*/ 5036 h 320972"/>
                  <a:gd name="connsiteX9" fmla="*/ 80635 w 86680"/>
                  <a:gd name="connsiteY9" fmla="*/ 107 h 320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6680" h="320972">
                    <a:moveTo>
                      <a:pt x="80635" y="200"/>
                    </a:moveTo>
                    <a:cubicBezTo>
                      <a:pt x="68823" y="2711"/>
                      <a:pt x="56361" y="4106"/>
                      <a:pt x="43340" y="4106"/>
                    </a:cubicBezTo>
                    <a:cubicBezTo>
                      <a:pt x="30320" y="4106"/>
                      <a:pt x="17857" y="2711"/>
                      <a:pt x="6045" y="200"/>
                    </a:cubicBezTo>
                    <a:cubicBezTo>
                      <a:pt x="2883" y="-451"/>
                      <a:pt x="0" y="1874"/>
                      <a:pt x="0" y="5129"/>
                    </a:cubicBezTo>
                    <a:lnTo>
                      <a:pt x="0" y="315950"/>
                    </a:lnTo>
                    <a:cubicBezTo>
                      <a:pt x="0" y="318740"/>
                      <a:pt x="2232" y="320972"/>
                      <a:pt x="5022" y="320972"/>
                    </a:cubicBezTo>
                    <a:lnTo>
                      <a:pt x="81658" y="320972"/>
                    </a:lnTo>
                    <a:cubicBezTo>
                      <a:pt x="84448" y="320972"/>
                      <a:pt x="86680" y="318740"/>
                      <a:pt x="86680" y="315950"/>
                    </a:cubicBezTo>
                    <a:lnTo>
                      <a:pt x="86680" y="5036"/>
                    </a:lnTo>
                    <a:cubicBezTo>
                      <a:pt x="86680" y="1874"/>
                      <a:pt x="83704" y="-545"/>
                      <a:pt x="80635" y="107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B2F3D3F-C112-6BB9-D147-C8EDB7365F31}"/>
                  </a:ext>
                </a:extLst>
              </p:cNvPr>
              <p:cNvSpPr/>
              <p:nvPr/>
            </p:nvSpPr>
            <p:spPr>
              <a:xfrm>
                <a:off x="6736991" y="4344620"/>
                <a:ext cx="367364" cy="558592"/>
              </a:xfrm>
              <a:custGeom>
                <a:avLst/>
                <a:gdLst>
                  <a:gd name="connsiteX0" fmla="*/ 271201 w 276223"/>
                  <a:gd name="connsiteY0" fmla="*/ 343187 h 420008"/>
                  <a:gd name="connsiteX1" fmla="*/ 95888 w 276223"/>
                  <a:gd name="connsiteY1" fmla="*/ 343187 h 420008"/>
                  <a:gd name="connsiteX2" fmla="*/ 94214 w 276223"/>
                  <a:gd name="connsiteY2" fmla="*/ 341513 h 420008"/>
                  <a:gd name="connsiteX3" fmla="*/ 94214 w 276223"/>
                  <a:gd name="connsiteY3" fmla="*/ 250182 h 420008"/>
                  <a:gd name="connsiteX4" fmla="*/ 95888 w 276223"/>
                  <a:gd name="connsiteY4" fmla="*/ 248508 h 420008"/>
                  <a:gd name="connsiteX5" fmla="*/ 238929 w 276223"/>
                  <a:gd name="connsiteY5" fmla="*/ 248508 h 420008"/>
                  <a:gd name="connsiteX6" fmla="*/ 243951 w 276223"/>
                  <a:gd name="connsiteY6" fmla="*/ 243486 h 420008"/>
                  <a:gd name="connsiteX7" fmla="*/ 243951 w 276223"/>
                  <a:gd name="connsiteY7" fmla="*/ 176616 h 420008"/>
                  <a:gd name="connsiteX8" fmla="*/ 238929 w 276223"/>
                  <a:gd name="connsiteY8" fmla="*/ 171593 h 420008"/>
                  <a:gd name="connsiteX9" fmla="*/ 95888 w 276223"/>
                  <a:gd name="connsiteY9" fmla="*/ 171593 h 420008"/>
                  <a:gd name="connsiteX10" fmla="*/ 94214 w 276223"/>
                  <a:gd name="connsiteY10" fmla="*/ 169919 h 420008"/>
                  <a:gd name="connsiteX11" fmla="*/ 94214 w 276223"/>
                  <a:gd name="connsiteY11" fmla="*/ 78589 h 420008"/>
                  <a:gd name="connsiteX12" fmla="*/ 95888 w 276223"/>
                  <a:gd name="connsiteY12" fmla="*/ 76915 h 420008"/>
                  <a:gd name="connsiteX13" fmla="*/ 271201 w 276223"/>
                  <a:gd name="connsiteY13" fmla="*/ 76915 h 420008"/>
                  <a:gd name="connsiteX14" fmla="*/ 276223 w 276223"/>
                  <a:gd name="connsiteY14" fmla="*/ 71893 h 420008"/>
                  <a:gd name="connsiteX15" fmla="*/ 276223 w 276223"/>
                  <a:gd name="connsiteY15" fmla="*/ 5022 h 420008"/>
                  <a:gd name="connsiteX16" fmla="*/ 271201 w 276223"/>
                  <a:gd name="connsiteY16" fmla="*/ 0 h 420008"/>
                  <a:gd name="connsiteX17" fmla="*/ 5022 w 276223"/>
                  <a:gd name="connsiteY17" fmla="*/ 0 h 420008"/>
                  <a:gd name="connsiteX18" fmla="*/ 0 w 276223"/>
                  <a:gd name="connsiteY18" fmla="*/ 5022 h 420008"/>
                  <a:gd name="connsiteX19" fmla="*/ 0 w 276223"/>
                  <a:gd name="connsiteY19" fmla="*/ 414986 h 420008"/>
                  <a:gd name="connsiteX20" fmla="*/ 5022 w 276223"/>
                  <a:gd name="connsiteY20" fmla="*/ 420009 h 420008"/>
                  <a:gd name="connsiteX21" fmla="*/ 271201 w 276223"/>
                  <a:gd name="connsiteY21" fmla="*/ 420009 h 420008"/>
                  <a:gd name="connsiteX22" fmla="*/ 276223 w 276223"/>
                  <a:gd name="connsiteY22" fmla="*/ 414986 h 420008"/>
                  <a:gd name="connsiteX23" fmla="*/ 276223 w 276223"/>
                  <a:gd name="connsiteY23" fmla="*/ 348116 h 420008"/>
                  <a:gd name="connsiteX24" fmla="*/ 271201 w 276223"/>
                  <a:gd name="connsiteY24" fmla="*/ 343094 h 420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6223" h="420008">
                    <a:moveTo>
                      <a:pt x="271201" y="343187"/>
                    </a:moveTo>
                    <a:lnTo>
                      <a:pt x="95888" y="343187"/>
                    </a:lnTo>
                    <a:cubicBezTo>
                      <a:pt x="94958" y="343187"/>
                      <a:pt x="94214" y="342443"/>
                      <a:pt x="94214" y="341513"/>
                    </a:cubicBezTo>
                    <a:lnTo>
                      <a:pt x="94214" y="250182"/>
                    </a:lnTo>
                    <a:cubicBezTo>
                      <a:pt x="94214" y="249252"/>
                      <a:pt x="94958" y="248508"/>
                      <a:pt x="95888" y="248508"/>
                    </a:cubicBezTo>
                    <a:lnTo>
                      <a:pt x="238929" y="248508"/>
                    </a:lnTo>
                    <a:cubicBezTo>
                      <a:pt x="241719" y="248508"/>
                      <a:pt x="243951" y="246276"/>
                      <a:pt x="243951" y="243486"/>
                    </a:cubicBezTo>
                    <a:lnTo>
                      <a:pt x="243951" y="176616"/>
                    </a:lnTo>
                    <a:cubicBezTo>
                      <a:pt x="243951" y="173825"/>
                      <a:pt x="241719" y="171593"/>
                      <a:pt x="238929" y="171593"/>
                    </a:cubicBezTo>
                    <a:lnTo>
                      <a:pt x="95888" y="171593"/>
                    </a:lnTo>
                    <a:cubicBezTo>
                      <a:pt x="94958" y="171593"/>
                      <a:pt x="94214" y="170849"/>
                      <a:pt x="94214" y="169919"/>
                    </a:cubicBezTo>
                    <a:lnTo>
                      <a:pt x="94214" y="78589"/>
                    </a:lnTo>
                    <a:cubicBezTo>
                      <a:pt x="94214" y="77659"/>
                      <a:pt x="94958" y="76915"/>
                      <a:pt x="95888" y="76915"/>
                    </a:cubicBezTo>
                    <a:lnTo>
                      <a:pt x="271201" y="76915"/>
                    </a:lnTo>
                    <a:cubicBezTo>
                      <a:pt x="273991" y="76915"/>
                      <a:pt x="276223" y="74683"/>
                      <a:pt x="276223" y="71893"/>
                    </a:cubicBezTo>
                    <a:lnTo>
                      <a:pt x="276223" y="5022"/>
                    </a:lnTo>
                    <a:cubicBezTo>
                      <a:pt x="276223" y="2232"/>
                      <a:pt x="273991" y="0"/>
                      <a:pt x="271201" y="0"/>
                    </a:cubicBezTo>
                    <a:lnTo>
                      <a:pt x="5022" y="0"/>
                    </a:lnTo>
                    <a:cubicBezTo>
                      <a:pt x="2232" y="0"/>
                      <a:pt x="0" y="2232"/>
                      <a:pt x="0" y="5022"/>
                    </a:cubicBezTo>
                    <a:lnTo>
                      <a:pt x="0" y="414986"/>
                    </a:lnTo>
                    <a:cubicBezTo>
                      <a:pt x="0" y="417776"/>
                      <a:pt x="2232" y="420009"/>
                      <a:pt x="5022" y="420009"/>
                    </a:cubicBezTo>
                    <a:lnTo>
                      <a:pt x="271201" y="420009"/>
                    </a:lnTo>
                    <a:cubicBezTo>
                      <a:pt x="273991" y="420009"/>
                      <a:pt x="276223" y="417776"/>
                      <a:pt x="276223" y="414986"/>
                    </a:cubicBezTo>
                    <a:lnTo>
                      <a:pt x="276223" y="348116"/>
                    </a:lnTo>
                    <a:cubicBezTo>
                      <a:pt x="276223" y="345326"/>
                      <a:pt x="273991" y="343094"/>
                      <a:pt x="271201" y="343094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E1B9548-7608-CA75-7976-D192B424BA19}"/>
                  </a:ext>
                </a:extLst>
              </p:cNvPr>
              <p:cNvSpPr/>
              <p:nvPr/>
            </p:nvSpPr>
            <p:spPr>
              <a:xfrm>
                <a:off x="6185696" y="4332375"/>
                <a:ext cx="479787" cy="583825"/>
              </a:xfrm>
              <a:custGeom>
                <a:avLst/>
                <a:gdLst>
                  <a:gd name="connsiteX0" fmla="*/ 355928 w 360754"/>
                  <a:gd name="connsiteY0" fmla="*/ 273712 h 438981"/>
                  <a:gd name="connsiteX1" fmla="*/ 266923 w 360754"/>
                  <a:gd name="connsiteY1" fmla="*/ 273712 h 438981"/>
                  <a:gd name="connsiteX2" fmla="*/ 261994 w 360754"/>
                  <a:gd name="connsiteY2" fmla="*/ 277805 h 438981"/>
                  <a:gd name="connsiteX3" fmla="*/ 238743 w 360754"/>
                  <a:gd name="connsiteY3" fmla="*/ 332026 h 438981"/>
                  <a:gd name="connsiteX4" fmla="*/ 184335 w 360754"/>
                  <a:gd name="connsiteY4" fmla="*/ 354812 h 438981"/>
                  <a:gd name="connsiteX5" fmla="*/ 137740 w 360754"/>
                  <a:gd name="connsiteY5" fmla="*/ 338258 h 438981"/>
                  <a:gd name="connsiteX6" fmla="*/ 107699 w 360754"/>
                  <a:gd name="connsiteY6" fmla="*/ 291569 h 438981"/>
                  <a:gd name="connsiteX7" fmla="*/ 97097 w 360754"/>
                  <a:gd name="connsiteY7" fmla="*/ 219956 h 438981"/>
                  <a:gd name="connsiteX8" fmla="*/ 107141 w 360754"/>
                  <a:gd name="connsiteY8" fmla="*/ 148993 h 438981"/>
                  <a:gd name="connsiteX9" fmla="*/ 136903 w 360754"/>
                  <a:gd name="connsiteY9" fmla="*/ 101096 h 438981"/>
                  <a:gd name="connsiteX10" fmla="*/ 184800 w 360754"/>
                  <a:gd name="connsiteY10" fmla="*/ 83983 h 438981"/>
                  <a:gd name="connsiteX11" fmla="*/ 236790 w 360754"/>
                  <a:gd name="connsiteY11" fmla="*/ 105281 h 438981"/>
                  <a:gd name="connsiteX12" fmla="*/ 261064 w 360754"/>
                  <a:gd name="connsiteY12" fmla="*/ 155318 h 438981"/>
                  <a:gd name="connsiteX13" fmla="*/ 265993 w 360754"/>
                  <a:gd name="connsiteY13" fmla="*/ 159224 h 438981"/>
                  <a:gd name="connsiteX14" fmla="*/ 354626 w 360754"/>
                  <a:gd name="connsiteY14" fmla="*/ 159224 h 438981"/>
                  <a:gd name="connsiteX15" fmla="*/ 359556 w 360754"/>
                  <a:gd name="connsiteY15" fmla="*/ 153272 h 438981"/>
                  <a:gd name="connsiteX16" fmla="*/ 305241 w 360754"/>
                  <a:gd name="connsiteY16" fmla="*/ 41387 h 438981"/>
                  <a:gd name="connsiteX17" fmla="*/ 184707 w 360754"/>
                  <a:gd name="connsiteY17" fmla="*/ 0 h 438981"/>
                  <a:gd name="connsiteX18" fmla="*/ 86680 w 360754"/>
                  <a:gd name="connsiteY18" fmla="*/ 27250 h 438981"/>
                  <a:gd name="connsiteX19" fmla="*/ 22507 w 360754"/>
                  <a:gd name="connsiteY19" fmla="*/ 103886 h 438981"/>
                  <a:gd name="connsiteX20" fmla="*/ 0 w 360754"/>
                  <a:gd name="connsiteY20" fmla="*/ 220142 h 438981"/>
                  <a:gd name="connsiteX21" fmla="*/ 23530 w 360754"/>
                  <a:gd name="connsiteY21" fmla="*/ 338165 h 438981"/>
                  <a:gd name="connsiteX22" fmla="*/ 88540 w 360754"/>
                  <a:gd name="connsiteY22" fmla="*/ 412940 h 438981"/>
                  <a:gd name="connsiteX23" fmla="*/ 183033 w 360754"/>
                  <a:gd name="connsiteY23" fmla="*/ 438981 h 438981"/>
                  <a:gd name="connsiteX24" fmla="*/ 271294 w 360754"/>
                  <a:gd name="connsiteY24" fmla="*/ 419451 h 438981"/>
                  <a:gd name="connsiteX25" fmla="*/ 330910 w 360754"/>
                  <a:gd name="connsiteY25" fmla="*/ 362997 h 438981"/>
                  <a:gd name="connsiteX26" fmla="*/ 360672 w 360754"/>
                  <a:gd name="connsiteY26" fmla="*/ 279851 h 438981"/>
                  <a:gd name="connsiteX27" fmla="*/ 355742 w 360754"/>
                  <a:gd name="connsiteY27" fmla="*/ 273898 h 438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60754" h="438981">
                    <a:moveTo>
                      <a:pt x="355928" y="273712"/>
                    </a:moveTo>
                    <a:lnTo>
                      <a:pt x="266923" y="273712"/>
                    </a:lnTo>
                    <a:cubicBezTo>
                      <a:pt x="264505" y="273712"/>
                      <a:pt x="262459" y="275386"/>
                      <a:pt x="261994" y="277805"/>
                    </a:cubicBezTo>
                    <a:cubicBezTo>
                      <a:pt x="257902" y="300498"/>
                      <a:pt x="250089" y="318541"/>
                      <a:pt x="238743" y="332026"/>
                    </a:cubicBezTo>
                    <a:cubicBezTo>
                      <a:pt x="225908" y="347186"/>
                      <a:pt x="207772" y="354812"/>
                      <a:pt x="184335" y="354812"/>
                    </a:cubicBezTo>
                    <a:cubicBezTo>
                      <a:pt x="166292" y="354812"/>
                      <a:pt x="150760" y="349325"/>
                      <a:pt x="137740" y="338258"/>
                    </a:cubicBezTo>
                    <a:cubicBezTo>
                      <a:pt x="124719" y="327190"/>
                      <a:pt x="114675" y="311658"/>
                      <a:pt x="107699" y="291569"/>
                    </a:cubicBezTo>
                    <a:cubicBezTo>
                      <a:pt x="100631" y="271480"/>
                      <a:pt x="97097" y="247578"/>
                      <a:pt x="97097" y="219956"/>
                    </a:cubicBezTo>
                    <a:cubicBezTo>
                      <a:pt x="97097" y="192333"/>
                      <a:pt x="100445" y="169454"/>
                      <a:pt x="107141" y="148993"/>
                    </a:cubicBezTo>
                    <a:cubicBezTo>
                      <a:pt x="113837" y="128532"/>
                      <a:pt x="123789" y="112536"/>
                      <a:pt x="136903" y="101096"/>
                    </a:cubicBezTo>
                    <a:cubicBezTo>
                      <a:pt x="150110" y="89656"/>
                      <a:pt x="166013" y="83983"/>
                      <a:pt x="184800" y="83983"/>
                    </a:cubicBezTo>
                    <a:cubicBezTo>
                      <a:pt x="206098" y="83983"/>
                      <a:pt x="223397" y="91051"/>
                      <a:pt x="236790" y="105281"/>
                    </a:cubicBezTo>
                    <a:cubicBezTo>
                      <a:pt x="248508" y="117744"/>
                      <a:pt x="256600" y="134392"/>
                      <a:pt x="261064" y="155318"/>
                    </a:cubicBezTo>
                    <a:cubicBezTo>
                      <a:pt x="261529" y="157643"/>
                      <a:pt x="263668" y="159224"/>
                      <a:pt x="265993" y="159224"/>
                    </a:cubicBezTo>
                    <a:lnTo>
                      <a:pt x="354626" y="159224"/>
                    </a:lnTo>
                    <a:cubicBezTo>
                      <a:pt x="357789" y="159224"/>
                      <a:pt x="360114" y="156341"/>
                      <a:pt x="359556" y="153272"/>
                    </a:cubicBezTo>
                    <a:cubicBezTo>
                      <a:pt x="350720" y="105002"/>
                      <a:pt x="332677" y="67707"/>
                      <a:pt x="305241" y="41387"/>
                    </a:cubicBezTo>
                    <a:cubicBezTo>
                      <a:pt x="276503" y="13765"/>
                      <a:pt x="236325" y="0"/>
                      <a:pt x="184707" y="0"/>
                    </a:cubicBezTo>
                    <a:cubicBezTo>
                      <a:pt x="147133" y="0"/>
                      <a:pt x="114489" y="9114"/>
                      <a:pt x="86680" y="27250"/>
                    </a:cubicBezTo>
                    <a:cubicBezTo>
                      <a:pt x="58872" y="45386"/>
                      <a:pt x="37481" y="70962"/>
                      <a:pt x="22507" y="103886"/>
                    </a:cubicBezTo>
                    <a:cubicBezTo>
                      <a:pt x="7533" y="136810"/>
                      <a:pt x="0" y="175593"/>
                      <a:pt x="0" y="220142"/>
                    </a:cubicBezTo>
                    <a:cubicBezTo>
                      <a:pt x="0" y="264691"/>
                      <a:pt x="7905" y="305613"/>
                      <a:pt x="23530" y="338165"/>
                    </a:cubicBezTo>
                    <a:cubicBezTo>
                      <a:pt x="39248" y="370716"/>
                      <a:pt x="60918" y="395641"/>
                      <a:pt x="88540" y="412940"/>
                    </a:cubicBezTo>
                    <a:cubicBezTo>
                      <a:pt x="116163" y="430332"/>
                      <a:pt x="147691" y="438981"/>
                      <a:pt x="183033" y="438981"/>
                    </a:cubicBezTo>
                    <a:cubicBezTo>
                      <a:pt x="218375" y="438981"/>
                      <a:pt x="246741" y="432471"/>
                      <a:pt x="271294" y="419451"/>
                    </a:cubicBezTo>
                    <a:cubicBezTo>
                      <a:pt x="295848" y="406430"/>
                      <a:pt x="315751" y="387643"/>
                      <a:pt x="330910" y="362997"/>
                    </a:cubicBezTo>
                    <a:cubicBezTo>
                      <a:pt x="345140" y="339932"/>
                      <a:pt x="355091" y="312216"/>
                      <a:pt x="360672" y="279851"/>
                    </a:cubicBezTo>
                    <a:cubicBezTo>
                      <a:pt x="361230" y="276782"/>
                      <a:pt x="358905" y="273898"/>
                      <a:pt x="355742" y="273898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</p:grp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38B43CB-ACB5-637E-940B-898D3A245EF0}"/>
                </a:ext>
              </a:extLst>
            </p:cNvPr>
            <p:cNvSpPr/>
            <p:nvPr/>
          </p:nvSpPr>
          <p:spPr>
            <a:xfrm>
              <a:off x="2972420" y="4421806"/>
              <a:ext cx="362169" cy="404719"/>
            </a:xfrm>
            <a:custGeom>
              <a:avLst/>
              <a:gdLst>
                <a:gd name="connsiteX0" fmla="*/ 143320 w 272317"/>
                <a:gd name="connsiteY0" fmla="*/ 304311 h 304310"/>
                <a:gd name="connsiteX1" fmla="*/ 65382 w 272317"/>
                <a:gd name="connsiteY1" fmla="*/ 285617 h 304310"/>
                <a:gd name="connsiteX2" fmla="*/ 16648 w 272317"/>
                <a:gd name="connsiteY2" fmla="*/ 232883 h 304310"/>
                <a:gd name="connsiteX3" fmla="*/ 0 w 272317"/>
                <a:gd name="connsiteY3" fmla="*/ 153458 h 304310"/>
                <a:gd name="connsiteX4" fmla="*/ 17020 w 272317"/>
                <a:gd name="connsiteY4" fmla="*/ 72730 h 304310"/>
                <a:gd name="connsiteX5" fmla="*/ 66033 w 272317"/>
                <a:gd name="connsiteY5" fmla="*/ 19159 h 304310"/>
                <a:gd name="connsiteX6" fmla="*/ 142948 w 272317"/>
                <a:gd name="connsiteY6" fmla="*/ 0 h 304310"/>
                <a:gd name="connsiteX7" fmla="*/ 203866 w 272317"/>
                <a:gd name="connsiteY7" fmla="*/ 11533 h 304310"/>
                <a:gd name="connsiteX8" fmla="*/ 247392 w 272317"/>
                <a:gd name="connsiteY8" fmla="*/ 45572 h 304310"/>
                <a:gd name="connsiteX9" fmla="*/ 268225 w 272317"/>
                <a:gd name="connsiteY9" fmla="*/ 100817 h 304310"/>
                <a:gd name="connsiteX10" fmla="*/ 210190 w 272317"/>
                <a:gd name="connsiteY10" fmla="*/ 100817 h 304310"/>
                <a:gd name="connsiteX11" fmla="*/ 188148 w 272317"/>
                <a:gd name="connsiteY11" fmla="*/ 68265 h 304310"/>
                <a:gd name="connsiteX12" fmla="*/ 144250 w 272317"/>
                <a:gd name="connsiteY12" fmla="*/ 56268 h 304310"/>
                <a:gd name="connsiteX13" fmla="*/ 96074 w 272317"/>
                <a:gd name="connsiteY13" fmla="*/ 69939 h 304310"/>
                <a:gd name="connsiteX14" fmla="*/ 70218 w 272317"/>
                <a:gd name="connsiteY14" fmla="*/ 105281 h 304310"/>
                <a:gd name="connsiteX15" fmla="*/ 62220 w 272317"/>
                <a:gd name="connsiteY15" fmla="*/ 150853 h 304310"/>
                <a:gd name="connsiteX16" fmla="*/ 70590 w 272317"/>
                <a:gd name="connsiteY16" fmla="*/ 197914 h 304310"/>
                <a:gd name="connsiteX17" fmla="*/ 97283 w 272317"/>
                <a:gd name="connsiteY17" fmla="*/ 234092 h 304310"/>
                <a:gd name="connsiteX18" fmla="*/ 145459 w 272317"/>
                <a:gd name="connsiteY18" fmla="*/ 247950 h 304310"/>
                <a:gd name="connsiteX19" fmla="*/ 176988 w 272317"/>
                <a:gd name="connsiteY19" fmla="*/ 242742 h 304310"/>
                <a:gd name="connsiteX20" fmla="*/ 199867 w 272317"/>
                <a:gd name="connsiteY20" fmla="*/ 227396 h 304310"/>
                <a:gd name="connsiteX21" fmla="*/ 212236 w 272317"/>
                <a:gd name="connsiteY21" fmla="*/ 203401 h 304310"/>
                <a:gd name="connsiteX22" fmla="*/ 272317 w 272317"/>
                <a:gd name="connsiteY22" fmla="*/ 203401 h 304310"/>
                <a:gd name="connsiteX23" fmla="*/ 250461 w 272317"/>
                <a:gd name="connsiteY23" fmla="*/ 258460 h 304310"/>
                <a:gd name="connsiteX24" fmla="*/ 204610 w 272317"/>
                <a:gd name="connsiteY24" fmla="*/ 292685 h 304310"/>
                <a:gd name="connsiteX25" fmla="*/ 143227 w 272317"/>
                <a:gd name="connsiteY25" fmla="*/ 304218 h 304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72317" h="304310">
                  <a:moveTo>
                    <a:pt x="143320" y="304311"/>
                  </a:moveTo>
                  <a:cubicBezTo>
                    <a:pt x="112815" y="304311"/>
                    <a:pt x="86773" y="298080"/>
                    <a:pt x="65382" y="285617"/>
                  </a:cubicBezTo>
                  <a:cubicBezTo>
                    <a:pt x="43898" y="273154"/>
                    <a:pt x="27715" y="255577"/>
                    <a:pt x="16648" y="232883"/>
                  </a:cubicBezTo>
                  <a:cubicBezTo>
                    <a:pt x="5580" y="210190"/>
                    <a:pt x="0" y="183684"/>
                    <a:pt x="0" y="153458"/>
                  </a:cubicBezTo>
                  <a:cubicBezTo>
                    <a:pt x="0" y="123231"/>
                    <a:pt x="5673" y="95702"/>
                    <a:pt x="17020" y="72730"/>
                  </a:cubicBezTo>
                  <a:cubicBezTo>
                    <a:pt x="28366" y="49757"/>
                    <a:pt x="44735" y="31901"/>
                    <a:pt x="66033" y="19159"/>
                  </a:cubicBezTo>
                  <a:cubicBezTo>
                    <a:pt x="87331" y="6417"/>
                    <a:pt x="113001" y="0"/>
                    <a:pt x="142948" y="0"/>
                  </a:cubicBezTo>
                  <a:cubicBezTo>
                    <a:pt x="165641" y="0"/>
                    <a:pt x="186009" y="3813"/>
                    <a:pt x="203866" y="11533"/>
                  </a:cubicBezTo>
                  <a:cubicBezTo>
                    <a:pt x="221723" y="19252"/>
                    <a:pt x="236325" y="30598"/>
                    <a:pt x="247392" y="45572"/>
                  </a:cubicBezTo>
                  <a:cubicBezTo>
                    <a:pt x="258460" y="60546"/>
                    <a:pt x="265435" y="78961"/>
                    <a:pt x="268225" y="100817"/>
                  </a:cubicBezTo>
                  <a:lnTo>
                    <a:pt x="210190" y="100817"/>
                  </a:lnTo>
                  <a:cubicBezTo>
                    <a:pt x="206563" y="87052"/>
                    <a:pt x="199216" y="76264"/>
                    <a:pt x="188148" y="68265"/>
                  </a:cubicBezTo>
                  <a:cubicBezTo>
                    <a:pt x="177081" y="60267"/>
                    <a:pt x="162479" y="56268"/>
                    <a:pt x="144250" y="56268"/>
                  </a:cubicBezTo>
                  <a:cubicBezTo>
                    <a:pt x="124068" y="56268"/>
                    <a:pt x="108071" y="60825"/>
                    <a:pt x="96074" y="69939"/>
                  </a:cubicBezTo>
                  <a:cubicBezTo>
                    <a:pt x="84169" y="79054"/>
                    <a:pt x="75520" y="90865"/>
                    <a:pt x="70218" y="105281"/>
                  </a:cubicBezTo>
                  <a:cubicBezTo>
                    <a:pt x="64917" y="119697"/>
                    <a:pt x="62220" y="134950"/>
                    <a:pt x="62220" y="150853"/>
                  </a:cubicBezTo>
                  <a:cubicBezTo>
                    <a:pt x="62220" y="166757"/>
                    <a:pt x="65010" y="183126"/>
                    <a:pt x="70590" y="197914"/>
                  </a:cubicBezTo>
                  <a:cubicBezTo>
                    <a:pt x="76171" y="212794"/>
                    <a:pt x="85099" y="224792"/>
                    <a:pt x="97283" y="234092"/>
                  </a:cubicBezTo>
                  <a:cubicBezTo>
                    <a:pt x="109466" y="243393"/>
                    <a:pt x="125556" y="247950"/>
                    <a:pt x="145459" y="247950"/>
                  </a:cubicBezTo>
                  <a:cubicBezTo>
                    <a:pt x="157271" y="247950"/>
                    <a:pt x="167780" y="246183"/>
                    <a:pt x="176988" y="242742"/>
                  </a:cubicBezTo>
                  <a:cubicBezTo>
                    <a:pt x="186195" y="239208"/>
                    <a:pt x="193915" y="234092"/>
                    <a:pt x="199867" y="227396"/>
                  </a:cubicBezTo>
                  <a:cubicBezTo>
                    <a:pt x="205912" y="220700"/>
                    <a:pt x="210004" y="212701"/>
                    <a:pt x="212236" y="203401"/>
                  </a:cubicBezTo>
                  <a:lnTo>
                    <a:pt x="272317" y="203401"/>
                  </a:lnTo>
                  <a:cubicBezTo>
                    <a:pt x="269806" y="224978"/>
                    <a:pt x="262459" y="243300"/>
                    <a:pt x="250461" y="258460"/>
                  </a:cubicBezTo>
                  <a:cubicBezTo>
                    <a:pt x="238371" y="273619"/>
                    <a:pt x="223118" y="285059"/>
                    <a:pt x="204610" y="292685"/>
                  </a:cubicBezTo>
                  <a:cubicBezTo>
                    <a:pt x="186102" y="300405"/>
                    <a:pt x="165641" y="304218"/>
                    <a:pt x="143227" y="304218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1A8CE2B-18A8-9C65-6146-A65697336485}"/>
                </a:ext>
              </a:extLst>
            </p:cNvPr>
            <p:cNvSpPr/>
            <p:nvPr/>
          </p:nvSpPr>
          <p:spPr>
            <a:xfrm>
              <a:off x="3382705" y="4522245"/>
              <a:ext cx="182939" cy="299706"/>
            </a:xfrm>
            <a:custGeom>
              <a:avLst/>
              <a:gdLst>
                <a:gd name="connsiteX0" fmla="*/ 93 w 137553"/>
                <a:gd name="connsiteY0" fmla="*/ 225350 h 225350"/>
                <a:gd name="connsiteX1" fmla="*/ 93 w 137553"/>
                <a:gd name="connsiteY1" fmla="*/ 3813 h 225350"/>
                <a:gd name="connsiteX2" fmla="*/ 53106 w 137553"/>
                <a:gd name="connsiteY2" fmla="*/ 3813 h 225350"/>
                <a:gd name="connsiteX3" fmla="*/ 56919 w 137553"/>
                <a:gd name="connsiteY3" fmla="*/ 30319 h 225350"/>
                <a:gd name="connsiteX4" fmla="*/ 75799 w 137553"/>
                <a:gd name="connsiteY4" fmla="*/ 11161 h 225350"/>
                <a:gd name="connsiteX5" fmla="*/ 97655 w 137553"/>
                <a:gd name="connsiteY5" fmla="*/ 2325 h 225350"/>
                <a:gd name="connsiteX6" fmla="*/ 120813 w 137553"/>
                <a:gd name="connsiteY6" fmla="*/ 0 h 225350"/>
                <a:gd name="connsiteX7" fmla="*/ 130857 w 137553"/>
                <a:gd name="connsiteY7" fmla="*/ 186 h 225350"/>
                <a:gd name="connsiteX8" fmla="*/ 137554 w 137553"/>
                <a:gd name="connsiteY8" fmla="*/ 372 h 225350"/>
                <a:gd name="connsiteX9" fmla="*/ 137554 w 137553"/>
                <a:gd name="connsiteY9" fmla="*/ 57105 h 225350"/>
                <a:gd name="connsiteX10" fmla="*/ 123696 w 137553"/>
                <a:gd name="connsiteY10" fmla="*/ 57105 h 225350"/>
                <a:gd name="connsiteX11" fmla="*/ 89191 w 137553"/>
                <a:gd name="connsiteY11" fmla="*/ 63801 h 225350"/>
                <a:gd name="connsiteX12" fmla="*/ 66684 w 137553"/>
                <a:gd name="connsiteY12" fmla="*/ 84820 h 225350"/>
                <a:gd name="connsiteX13" fmla="*/ 58872 w 137553"/>
                <a:gd name="connsiteY13" fmla="*/ 121371 h 225350"/>
                <a:gd name="connsiteX14" fmla="*/ 58872 w 137553"/>
                <a:gd name="connsiteY14" fmla="*/ 225164 h 225350"/>
                <a:gd name="connsiteX15" fmla="*/ 0 w 137553"/>
                <a:gd name="connsiteY15" fmla="*/ 225164 h 22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553" h="225350">
                  <a:moveTo>
                    <a:pt x="93" y="225350"/>
                  </a:moveTo>
                  <a:lnTo>
                    <a:pt x="93" y="3813"/>
                  </a:lnTo>
                  <a:lnTo>
                    <a:pt x="53106" y="3813"/>
                  </a:lnTo>
                  <a:lnTo>
                    <a:pt x="56919" y="30319"/>
                  </a:lnTo>
                  <a:cubicBezTo>
                    <a:pt x="62499" y="21949"/>
                    <a:pt x="68823" y="15532"/>
                    <a:pt x="75799" y="11161"/>
                  </a:cubicBezTo>
                  <a:cubicBezTo>
                    <a:pt x="82774" y="6789"/>
                    <a:pt x="90121" y="3906"/>
                    <a:pt x="97655" y="2325"/>
                  </a:cubicBezTo>
                  <a:cubicBezTo>
                    <a:pt x="105188" y="744"/>
                    <a:pt x="112908" y="0"/>
                    <a:pt x="120813" y="0"/>
                  </a:cubicBezTo>
                  <a:cubicBezTo>
                    <a:pt x="124440" y="0"/>
                    <a:pt x="127788" y="0"/>
                    <a:pt x="130857" y="186"/>
                  </a:cubicBezTo>
                  <a:cubicBezTo>
                    <a:pt x="133927" y="372"/>
                    <a:pt x="136159" y="372"/>
                    <a:pt x="137554" y="372"/>
                  </a:cubicBezTo>
                  <a:lnTo>
                    <a:pt x="137554" y="57105"/>
                  </a:lnTo>
                  <a:lnTo>
                    <a:pt x="123696" y="57105"/>
                  </a:lnTo>
                  <a:cubicBezTo>
                    <a:pt x="110489" y="57105"/>
                    <a:pt x="99050" y="59337"/>
                    <a:pt x="89191" y="63801"/>
                  </a:cubicBezTo>
                  <a:cubicBezTo>
                    <a:pt x="79333" y="68265"/>
                    <a:pt x="71893" y="75334"/>
                    <a:pt x="66684" y="84820"/>
                  </a:cubicBezTo>
                  <a:cubicBezTo>
                    <a:pt x="61476" y="94307"/>
                    <a:pt x="58872" y="106583"/>
                    <a:pt x="58872" y="121371"/>
                  </a:cubicBezTo>
                  <a:lnTo>
                    <a:pt x="58872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239912D-65F8-D791-26BA-9041FDAE8410}"/>
                </a:ext>
              </a:extLst>
            </p:cNvPr>
            <p:cNvSpPr/>
            <p:nvPr/>
          </p:nvSpPr>
          <p:spPr>
            <a:xfrm>
              <a:off x="3586424" y="4522245"/>
              <a:ext cx="282403" cy="303664"/>
            </a:xfrm>
            <a:custGeom>
              <a:avLst/>
              <a:gdLst>
                <a:gd name="connsiteX0" fmla="*/ 109652 w 212341"/>
                <a:gd name="connsiteY0" fmla="*/ 228326 h 228326"/>
                <a:gd name="connsiteX1" fmla="*/ 50408 w 212341"/>
                <a:gd name="connsiteY1" fmla="*/ 214468 h 228326"/>
                <a:gd name="connsiteX2" fmla="*/ 13021 w 212341"/>
                <a:gd name="connsiteY2" fmla="*/ 175128 h 228326"/>
                <a:gd name="connsiteX3" fmla="*/ 0 w 212341"/>
                <a:gd name="connsiteY3" fmla="*/ 115605 h 228326"/>
                <a:gd name="connsiteX4" fmla="*/ 13486 w 212341"/>
                <a:gd name="connsiteY4" fmla="*/ 55245 h 228326"/>
                <a:gd name="connsiteX5" fmla="*/ 51525 w 212341"/>
                <a:gd name="connsiteY5" fmla="*/ 14695 h 228326"/>
                <a:gd name="connsiteX6" fmla="*/ 109745 w 212341"/>
                <a:gd name="connsiteY6" fmla="*/ 0 h 228326"/>
                <a:gd name="connsiteX7" fmla="*/ 154109 w 212341"/>
                <a:gd name="connsiteY7" fmla="*/ 8370 h 228326"/>
                <a:gd name="connsiteX8" fmla="*/ 186474 w 212341"/>
                <a:gd name="connsiteY8" fmla="*/ 31901 h 228326"/>
                <a:gd name="connsiteX9" fmla="*/ 206191 w 212341"/>
                <a:gd name="connsiteY9" fmla="*/ 66963 h 228326"/>
                <a:gd name="connsiteX10" fmla="*/ 212329 w 212341"/>
                <a:gd name="connsiteY10" fmla="*/ 110024 h 228326"/>
                <a:gd name="connsiteX11" fmla="*/ 211864 w 212341"/>
                <a:gd name="connsiteY11" fmla="*/ 121371 h 228326"/>
                <a:gd name="connsiteX12" fmla="*/ 210190 w 212341"/>
                <a:gd name="connsiteY12" fmla="*/ 132345 h 228326"/>
                <a:gd name="connsiteX13" fmla="*/ 58407 w 212341"/>
                <a:gd name="connsiteY13" fmla="*/ 132345 h 228326"/>
                <a:gd name="connsiteX14" fmla="*/ 65568 w 212341"/>
                <a:gd name="connsiteY14" fmla="*/ 155504 h 228326"/>
                <a:gd name="connsiteX15" fmla="*/ 82216 w 212341"/>
                <a:gd name="connsiteY15" fmla="*/ 172151 h 228326"/>
                <a:gd name="connsiteX16" fmla="*/ 108908 w 212341"/>
                <a:gd name="connsiteY16" fmla="*/ 178290 h 228326"/>
                <a:gd name="connsiteX17" fmla="*/ 128253 w 212341"/>
                <a:gd name="connsiteY17" fmla="*/ 175965 h 228326"/>
                <a:gd name="connsiteX18" fmla="*/ 143413 w 212341"/>
                <a:gd name="connsiteY18" fmla="*/ 168617 h 228326"/>
                <a:gd name="connsiteX19" fmla="*/ 152249 w 212341"/>
                <a:gd name="connsiteY19" fmla="*/ 156806 h 228326"/>
                <a:gd name="connsiteX20" fmla="*/ 210283 w 212341"/>
                <a:gd name="connsiteY20" fmla="*/ 156806 h 228326"/>
                <a:gd name="connsiteX21" fmla="*/ 189915 w 212341"/>
                <a:gd name="connsiteY21" fmla="*/ 197542 h 228326"/>
                <a:gd name="connsiteX22" fmla="*/ 153923 w 212341"/>
                <a:gd name="connsiteY22" fmla="*/ 220886 h 228326"/>
                <a:gd name="connsiteX23" fmla="*/ 109745 w 212341"/>
                <a:gd name="connsiteY23" fmla="*/ 228233 h 228326"/>
                <a:gd name="connsiteX24" fmla="*/ 59616 w 212341"/>
                <a:gd name="connsiteY24" fmla="*/ 91330 h 228326"/>
                <a:gd name="connsiteX25" fmla="*/ 155876 w 212341"/>
                <a:gd name="connsiteY25" fmla="*/ 91330 h 228326"/>
                <a:gd name="connsiteX26" fmla="*/ 150202 w 212341"/>
                <a:gd name="connsiteY26" fmla="*/ 70125 h 228326"/>
                <a:gd name="connsiteX27" fmla="*/ 134671 w 212341"/>
                <a:gd name="connsiteY27" fmla="*/ 54129 h 228326"/>
                <a:gd name="connsiteX28" fmla="*/ 108350 w 212341"/>
                <a:gd name="connsiteY28" fmla="*/ 47990 h 228326"/>
                <a:gd name="connsiteX29" fmla="*/ 81658 w 212341"/>
                <a:gd name="connsiteY29" fmla="*/ 54315 h 228326"/>
                <a:gd name="connsiteX30" fmla="*/ 65661 w 212341"/>
                <a:gd name="connsiteY30" fmla="*/ 70497 h 228326"/>
                <a:gd name="connsiteX31" fmla="*/ 59523 w 212341"/>
                <a:gd name="connsiteY31" fmla="*/ 91330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12341" h="228326">
                  <a:moveTo>
                    <a:pt x="109652" y="228326"/>
                  </a:moveTo>
                  <a:cubicBezTo>
                    <a:pt x="86401" y="228326"/>
                    <a:pt x="66591" y="223676"/>
                    <a:pt x="50408" y="214468"/>
                  </a:cubicBezTo>
                  <a:cubicBezTo>
                    <a:pt x="34133" y="205261"/>
                    <a:pt x="21670" y="192147"/>
                    <a:pt x="13021" y="175128"/>
                  </a:cubicBezTo>
                  <a:cubicBezTo>
                    <a:pt x="4371" y="158201"/>
                    <a:pt x="0" y="138298"/>
                    <a:pt x="0" y="115605"/>
                  </a:cubicBezTo>
                  <a:cubicBezTo>
                    <a:pt x="0" y="92912"/>
                    <a:pt x="4464" y="72544"/>
                    <a:pt x="13486" y="55245"/>
                  </a:cubicBezTo>
                  <a:cubicBezTo>
                    <a:pt x="22414" y="38039"/>
                    <a:pt x="35156" y="24460"/>
                    <a:pt x="51525" y="14695"/>
                  </a:cubicBezTo>
                  <a:cubicBezTo>
                    <a:pt x="67893" y="4929"/>
                    <a:pt x="87331" y="0"/>
                    <a:pt x="109745" y="0"/>
                  </a:cubicBezTo>
                  <a:cubicBezTo>
                    <a:pt x="126579" y="0"/>
                    <a:pt x="141367" y="2790"/>
                    <a:pt x="154109" y="8370"/>
                  </a:cubicBezTo>
                  <a:cubicBezTo>
                    <a:pt x="166850" y="13951"/>
                    <a:pt x="177639" y="21856"/>
                    <a:pt x="186474" y="31901"/>
                  </a:cubicBezTo>
                  <a:cubicBezTo>
                    <a:pt x="195310" y="41945"/>
                    <a:pt x="201913" y="53664"/>
                    <a:pt x="206191" y="66963"/>
                  </a:cubicBezTo>
                  <a:cubicBezTo>
                    <a:pt x="210562" y="80263"/>
                    <a:pt x="212515" y="94679"/>
                    <a:pt x="212329" y="110024"/>
                  </a:cubicBezTo>
                  <a:cubicBezTo>
                    <a:pt x="212329" y="113931"/>
                    <a:pt x="212143" y="117744"/>
                    <a:pt x="211864" y="121371"/>
                  </a:cubicBezTo>
                  <a:cubicBezTo>
                    <a:pt x="211585" y="124998"/>
                    <a:pt x="211027" y="128625"/>
                    <a:pt x="210190" y="132345"/>
                  </a:cubicBezTo>
                  <a:lnTo>
                    <a:pt x="58407" y="132345"/>
                  </a:lnTo>
                  <a:cubicBezTo>
                    <a:pt x="59244" y="140716"/>
                    <a:pt x="61662" y="148435"/>
                    <a:pt x="65568" y="155504"/>
                  </a:cubicBezTo>
                  <a:cubicBezTo>
                    <a:pt x="69474" y="162572"/>
                    <a:pt x="75055" y="168059"/>
                    <a:pt x="82216" y="172151"/>
                  </a:cubicBezTo>
                  <a:cubicBezTo>
                    <a:pt x="89377" y="176244"/>
                    <a:pt x="98213" y="178290"/>
                    <a:pt x="108908" y="178290"/>
                  </a:cubicBezTo>
                  <a:cubicBezTo>
                    <a:pt x="115884" y="178290"/>
                    <a:pt x="122394" y="177546"/>
                    <a:pt x="128253" y="175965"/>
                  </a:cubicBezTo>
                  <a:cubicBezTo>
                    <a:pt x="134113" y="174384"/>
                    <a:pt x="139228" y="171965"/>
                    <a:pt x="143413" y="168617"/>
                  </a:cubicBezTo>
                  <a:cubicBezTo>
                    <a:pt x="147598" y="165269"/>
                    <a:pt x="150574" y="161363"/>
                    <a:pt x="152249" y="156806"/>
                  </a:cubicBezTo>
                  <a:lnTo>
                    <a:pt x="210283" y="156806"/>
                  </a:lnTo>
                  <a:cubicBezTo>
                    <a:pt x="206656" y="173360"/>
                    <a:pt x="199867" y="186939"/>
                    <a:pt x="189915" y="197542"/>
                  </a:cubicBezTo>
                  <a:cubicBezTo>
                    <a:pt x="179964" y="208237"/>
                    <a:pt x="167966" y="215957"/>
                    <a:pt x="153923" y="220886"/>
                  </a:cubicBezTo>
                  <a:cubicBezTo>
                    <a:pt x="139879" y="225815"/>
                    <a:pt x="125184" y="228233"/>
                    <a:pt x="109745" y="228233"/>
                  </a:cubicBezTo>
                  <a:close/>
                  <a:moveTo>
                    <a:pt x="59616" y="91330"/>
                  </a:moveTo>
                  <a:lnTo>
                    <a:pt x="155876" y="91330"/>
                  </a:lnTo>
                  <a:cubicBezTo>
                    <a:pt x="155597" y="83797"/>
                    <a:pt x="153737" y="76729"/>
                    <a:pt x="150202" y="70125"/>
                  </a:cubicBezTo>
                  <a:cubicBezTo>
                    <a:pt x="146668" y="63522"/>
                    <a:pt x="141553" y="58221"/>
                    <a:pt x="134671" y="54129"/>
                  </a:cubicBezTo>
                  <a:cubicBezTo>
                    <a:pt x="127788" y="50036"/>
                    <a:pt x="119046" y="47990"/>
                    <a:pt x="108350" y="47990"/>
                  </a:cubicBezTo>
                  <a:cubicBezTo>
                    <a:pt x="97655" y="47990"/>
                    <a:pt x="88819" y="50129"/>
                    <a:pt x="81658" y="54315"/>
                  </a:cubicBezTo>
                  <a:cubicBezTo>
                    <a:pt x="74497" y="58500"/>
                    <a:pt x="69195" y="63894"/>
                    <a:pt x="65661" y="70497"/>
                  </a:cubicBezTo>
                  <a:cubicBezTo>
                    <a:pt x="62127" y="77101"/>
                    <a:pt x="60081" y="83983"/>
                    <a:pt x="59523" y="91330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0" name="Freeform: Shape 1869">
              <a:extLst>
                <a:ext uri="{FF2B5EF4-FFF2-40B4-BE49-F238E27FC236}">
                  <a16:creationId xmlns:a16="http://schemas.microsoft.com/office/drawing/2014/main" id="{71F5F5A4-DF9C-6985-E6F9-15BFBBFDF5A2}"/>
                </a:ext>
              </a:extLst>
            </p:cNvPr>
            <p:cNvSpPr/>
            <p:nvPr/>
          </p:nvSpPr>
          <p:spPr>
            <a:xfrm>
              <a:off x="3908394" y="4522368"/>
              <a:ext cx="299335" cy="303540"/>
            </a:xfrm>
            <a:custGeom>
              <a:avLst/>
              <a:gdLst>
                <a:gd name="connsiteX0" fmla="*/ 99236 w 225071"/>
                <a:gd name="connsiteY0" fmla="*/ 228233 h 228233"/>
                <a:gd name="connsiteX1" fmla="*/ 55710 w 225071"/>
                <a:gd name="connsiteY1" fmla="*/ 219584 h 228233"/>
                <a:gd name="connsiteX2" fmla="*/ 24646 w 225071"/>
                <a:gd name="connsiteY2" fmla="*/ 195589 h 228233"/>
                <a:gd name="connsiteX3" fmla="*/ 6138 w 225071"/>
                <a:gd name="connsiteY3" fmla="*/ 159875 h 228233"/>
                <a:gd name="connsiteX4" fmla="*/ 0 w 225071"/>
                <a:gd name="connsiteY4" fmla="*/ 115512 h 228233"/>
                <a:gd name="connsiteX5" fmla="*/ 12370 w 225071"/>
                <a:gd name="connsiteY5" fmla="*/ 55431 h 228233"/>
                <a:gd name="connsiteX6" fmla="*/ 48362 w 225071"/>
                <a:gd name="connsiteY6" fmla="*/ 14695 h 228233"/>
                <a:gd name="connsiteX7" fmla="*/ 105560 w 225071"/>
                <a:gd name="connsiteY7" fmla="*/ 0 h 228233"/>
                <a:gd name="connsiteX8" fmla="*/ 140065 w 225071"/>
                <a:gd name="connsiteY8" fmla="*/ 6138 h 228233"/>
                <a:gd name="connsiteX9" fmla="*/ 167408 w 225071"/>
                <a:gd name="connsiteY9" fmla="*/ 24832 h 228233"/>
                <a:gd name="connsiteX10" fmla="*/ 169547 w 225071"/>
                <a:gd name="connsiteY10" fmla="*/ 3813 h 228233"/>
                <a:gd name="connsiteX11" fmla="*/ 225071 w 225071"/>
                <a:gd name="connsiteY11" fmla="*/ 3813 h 228233"/>
                <a:gd name="connsiteX12" fmla="*/ 225071 w 225071"/>
                <a:gd name="connsiteY12" fmla="*/ 225350 h 228233"/>
                <a:gd name="connsiteX13" fmla="*/ 168338 w 225071"/>
                <a:gd name="connsiteY13" fmla="*/ 225350 h 228233"/>
                <a:gd name="connsiteX14" fmla="*/ 167036 w 225071"/>
                <a:gd name="connsiteY14" fmla="*/ 203494 h 228233"/>
                <a:gd name="connsiteX15" fmla="*/ 135508 w 225071"/>
                <a:gd name="connsiteY15" fmla="*/ 222374 h 228233"/>
                <a:gd name="connsiteX16" fmla="*/ 99329 w 225071"/>
                <a:gd name="connsiteY16" fmla="*/ 228233 h 228233"/>
                <a:gd name="connsiteX17" fmla="*/ 112629 w 225071"/>
                <a:gd name="connsiteY17" fmla="*/ 175314 h 228233"/>
                <a:gd name="connsiteX18" fmla="*/ 142018 w 225071"/>
                <a:gd name="connsiteY18" fmla="*/ 166943 h 228233"/>
                <a:gd name="connsiteX19" fmla="*/ 159875 w 225071"/>
                <a:gd name="connsiteY19" fmla="*/ 144622 h 228233"/>
                <a:gd name="connsiteX20" fmla="*/ 166013 w 225071"/>
                <a:gd name="connsiteY20" fmla="*/ 114396 h 228233"/>
                <a:gd name="connsiteX21" fmla="*/ 159875 w 225071"/>
                <a:gd name="connsiteY21" fmla="*/ 83890 h 228233"/>
                <a:gd name="connsiteX22" fmla="*/ 141832 w 225071"/>
                <a:gd name="connsiteY22" fmla="*/ 62034 h 228233"/>
                <a:gd name="connsiteX23" fmla="*/ 111792 w 225071"/>
                <a:gd name="connsiteY23" fmla="*/ 53850 h 228233"/>
                <a:gd name="connsiteX24" fmla="*/ 81472 w 225071"/>
                <a:gd name="connsiteY24" fmla="*/ 62220 h 228233"/>
                <a:gd name="connsiteX25" fmla="*/ 64266 w 225071"/>
                <a:gd name="connsiteY25" fmla="*/ 84262 h 228233"/>
                <a:gd name="connsiteX26" fmla="*/ 58779 w 225071"/>
                <a:gd name="connsiteY26" fmla="*/ 113931 h 228233"/>
                <a:gd name="connsiteX27" fmla="*/ 64266 w 225071"/>
                <a:gd name="connsiteY27" fmla="*/ 143971 h 228233"/>
                <a:gd name="connsiteX28" fmla="*/ 81472 w 225071"/>
                <a:gd name="connsiteY28" fmla="*/ 166664 h 228233"/>
                <a:gd name="connsiteX29" fmla="*/ 112629 w 225071"/>
                <a:gd name="connsiteY29" fmla="*/ 175314 h 22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5071" h="228233">
                  <a:moveTo>
                    <a:pt x="99236" y="228233"/>
                  </a:moveTo>
                  <a:cubicBezTo>
                    <a:pt x="82681" y="228233"/>
                    <a:pt x="68172" y="225350"/>
                    <a:pt x="55710" y="219584"/>
                  </a:cubicBezTo>
                  <a:cubicBezTo>
                    <a:pt x="43247" y="213817"/>
                    <a:pt x="32831" y="205819"/>
                    <a:pt x="24646" y="195589"/>
                  </a:cubicBezTo>
                  <a:cubicBezTo>
                    <a:pt x="16369" y="185358"/>
                    <a:pt x="10230" y="173453"/>
                    <a:pt x="6138" y="159875"/>
                  </a:cubicBezTo>
                  <a:cubicBezTo>
                    <a:pt x="2046" y="146296"/>
                    <a:pt x="0" y="131508"/>
                    <a:pt x="0" y="115512"/>
                  </a:cubicBezTo>
                  <a:cubicBezTo>
                    <a:pt x="0" y="92819"/>
                    <a:pt x="4092" y="72730"/>
                    <a:pt x="12370" y="55431"/>
                  </a:cubicBezTo>
                  <a:cubicBezTo>
                    <a:pt x="20647" y="38039"/>
                    <a:pt x="32645" y="24460"/>
                    <a:pt x="48362" y="14695"/>
                  </a:cubicBezTo>
                  <a:cubicBezTo>
                    <a:pt x="64080" y="4929"/>
                    <a:pt x="83146" y="0"/>
                    <a:pt x="105560" y="0"/>
                  </a:cubicBezTo>
                  <a:cubicBezTo>
                    <a:pt x="117651" y="0"/>
                    <a:pt x="129090" y="2046"/>
                    <a:pt x="140065" y="6138"/>
                  </a:cubicBezTo>
                  <a:cubicBezTo>
                    <a:pt x="151039" y="10231"/>
                    <a:pt x="160061" y="16462"/>
                    <a:pt x="167408" y="24832"/>
                  </a:cubicBezTo>
                  <a:lnTo>
                    <a:pt x="169547" y="3813"/>
                  </a:lnTo>
                  <a:lnTo>
                    <a:pt x="225071" y="3813"/>
                  </a:lnTo>
                  <a:lnTo>
                    <a:pt x="225071" y="225350"/>
                  </a:lnTo>
                  <a:lnTo>
                    <a:pt x="168338" y="225350"/>
                  </a:lnTo>
                  <a:lnTo>
                    <a:pt x="167036" y="203494"/>
                  </a:lnTo>
                  <a:cubicBezTo>
                    <a:pt x="157829" y="212143"/>
                    <a:pt x="147319" y="218468"/>
                    <a:pt x="135508" y="222374"/>
                  </a:cubicBezTo>
                  <a:cubicBezTo>
                    <a:pt x="123696" y="226280"/>
                    <a:pt x="111699" y="228233"/>
                    <a:pt x="99329" y="228233"/>
                  </a:cubicBezTo>
                  <a:close/>
                  <a:moveTo>
                    <a:pt x="112629" y="175314"/>
                  </a:moveTo>
                  <a:cubicBezTo>
                    <a:pt x="124440" y="175314"/>
                    <a:pt x="134206" y="172523"/>
                    <a:pt x="142018" y="166943"/>
                  </a:cubicBezTo>
                  <a:cubicBezTo>
                    <a:pt x="149830" y="161363"/>
                    <a:pt x="155783" y="153923"/>
                    <a:pt x="159875" y="144622"/>
                  </a:cubicBezTo>
                  <a:cubicBezTo>
                    <a:pt x="163967" y="135415"/>
                    <a:pt x="166013" y="125277"/>
                    <a:pt x="166013" y="114396"/>
                  </a:cubicBezTo>
                  <a:cubicBezTo>
                    <a:pt x="166013" y="103514"/>
                    <a:pt x="163967" y="93005"/>
                    <a:pt x="159875" y="83890"/>
                  </a:cubicBezTo>
                  <a:cubicBezTo>
                    <a:pt x="155783" y="74776"/>
                    <a:pt x="149830" y="67521"/>
                    <a:pt x="141832" y="62034"/>
                  </a:cubicBezTo>
                  <a:cubicBezTo>
                    <a:pt x="133834" y="56547"/>
                    <a:pt x="123789" y="53850"/>
                    <a:pt x="111792" y="53850"/>
                  </a:cubicBezTo>
                  <a:cubicBezTo>
                    <a:pt x="99794" y="53850"/>
                    <a:pt x="89377" y="56640"/>
                    <a:pt x="81472" y="62220"/>
                  </a:cubicBezTo>
                  <a:cubicBezTo>
                    <a:pt x="73660" y="67800"/>
                    <a:pt x="67893" y="75148"/>
                    <a:pt x="64266" y="84262"/>
                  </a:cubicBezTo>
                  <a:cubicBezTo>
                    <a:pt x="60639" y="93377"/>
                    <a:pt x="58779" y="103235"/>
                    <a:pt x="58779" y="113931"/>
                  </a:cubicBezTo>
                  <a:cubicBezTo>
                    <a:pt x="58779" y="124626"/>
                    <a:pt x="60639" y="134578"/>
                    <a:pt x="64266" y="143971"/>
                  </a:cubicBezTo>
                  <a:cubicBezTo>
                    <a:pt x="67893" y="153365"/>
                    <a:pt x="73660" y="160898"/>
                    <a:pt x="81472" y="166664"/>
                  </a:cubicBezTo>
                  <a:cubicBezTo>
                    <a:pt x="89284" y="172430"/>
                    <a:pt x="99701" y="175314"/>
                    <a:pt x="112629" y="17531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1" name="Freeform: Shape 1870">
              <a:extLst>
                <a:ext uri="{FF2B5EF4-FFF2-40B4-BE49-F238E27FC236}">
                  <a16:creationId xmlns:a16="http://schemas.microsoft.com/office/drawing/2014/main" id="{6CB5C3CA-BB77-5034-5D05-C28515D97C82}"/>
                </a:ext>
              </a:extLst>
            </p:cNvPr>
            <p:cNvSpPr/>
            <p:nvPr/>
          </p:nvSpPr>
          <p:spPr>
            <a:xfrm>
              <a:off x="4247681" y="4448524"/>
              <a:ext cx="186278" cy="373425"/>
            </a:xfrm>
            <a:custGeom>
              <a:avLst/>
              <a:gdLst>
                <a:gd name="connsiteX0" fmla="*/ 116907 w 140064"/>
                <a:gd name="connsiteY0" fmla="*/ 280781 h 280780"/>
                <a:gd name="connsiteX1" fmla="*/ 70497 w 140064"/>
                <a:gd name="connsiteY1" fmla="*/ 274084 h 280780"/>
                <a:gd name="connsiteX2" fmla="*/ 42317 w 140064"/>
                <a:gd name="connsiteY2" fmla="*/ 251205 h 280780"/>
                <a:gd name="connsiteX3" fmla="*/ 32831 w 140064"/>
                <a:gd name="connsiteY3" fmla="*/ 206842 h 280780"/>
                <a:gd name="connsiteX4" fmla="*/ 32831 w 140064"/>
                <a:gd name="connsiteY4" fmla="*/ 111791 h 280780"/>
                <a:gd name="connsiteX5" fmla="*/ 0 w 140064"/>
                <a:gd name="connsiteY5" fmla="*/ 111791 h 280780"/>
                <a:gd name="connsiteX6" fmla="*/ 0 w 140064"/>
                <a:gd name="connsiteY6" fmla="*/ 59244 h 280780"/>
                <a:gd name="connsiteX7" fmla="*/ 32831 w 140064"/>
                <a:gd name="connsiteY7" fmla="*/ 59244 h 280780"/>
                <a:gd name="connsiteX8" fmla="*/ 32831 w 140064"/>
                <a:gd name="connsiteY8" fmla="*/ 0 h 280780"/>
                <a:gd name="connsiteX9" fmla="*/ 91703 w 140064"/>
                <a:gd name="connsiteY9" fmla="*/ 0 h 280780"/>
                <a:gd name="connsiteX10" fmla="*/ 91703 w 140064"/>
                <a:gd name="connsiteY10" fmla="*/ 59244 h 280780"/>
                <a:gd name="connsiteX11" fmla="*/ 140065 w 140064"/>
                <a:gd name="connsiteY11" fmla="*/ 59244 h 280780"/>
                <a:gd name="connsiteX12" fmla="*/ 140065 w 140064"/>
                <a:gd name="connsiteY12" fmla="*/ 111791 h 280780"/>
                <a:gd name="connsiteX13" fmla="*/ 91703 w 140064"/>
                <a:gd name="connsiteY13" fmla="*/ 111791 h 280780"/>
                <a:gd name="connsiteX14" fmla="*/ 91703 w 140064"/>
                <a:gd name="connsiteY14" fmla="*/ 198379 h 280780"/>
                <a:gd name="connsiteX15" fmla="*/ 96725 w 140064"/>
                <a:gd name="connsiteY15" fmla="*/ 220235 h 280780"/>
                <a:gd name="connsiteX16" fmla="*/ 119418 w 140064"/>
                <a:gd name="connsiteY16" fmla="*/ 228233 h 280780"/>
                <a:gd name="connsiteX17" fmla="*/ 137926 w 140064"/>
                <a:gd name="connsiteY17" fmla="*/ 228233 h 280780"/>
                <a:gd name="connsiteX18" fmla="*/ 137926 w 140064"/>
                <a:gd name="connsiteY18" fmla="*/ 280781 h 280780"/>
                <a:gd name="connsiteX19" fmla="*/ 116907 w 140064"/>
                <a:gd name="connsiteY19" fmla="*/ 280781 h 280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064" h="280780">
                  <a:moveTo>
                    <a:pt x="116907" y="280781"/>
                  </a:moveTo>
                  <a:cubicBezTo>
                    <a:pt x="98399" y="280781"/>
                    <a:pt x="82960" y="278549"/>
                    <a:pt x="70497" y="274084"/>
                  </a:cubicBezTo>
                  <a:cubicBezTo>
                    <a:pt x="58035" y="269620"/>
                    <a:pt x="48641" y="261994"/>
                    <a:pt x="42317" y="251205"/>
                  </a:cubicBezTo>
                  <a:cubicBezTo>
                    <a:pt x="35993" y="240417"/>
                    <a:pt x="32831" y="225629"/>
                    <a:pt x="32831" y="206842"/>
                  </a:cubicBezTo>
                  <a:lnTo>
                    <a:pt x="32831" y="111791"/>
                  </a:lnTo>
                  <a:lnTo>
                    <a:pt x="0" y="111791"/>
                  </a:lnTo>
                  <a:lnTo>
                    <a:pt x="0" y="59244"/>
                  </a:lnTo>
                  <a:lnTo>
                    <a:pt x="32831" y="59244"/>
                  </a:lnTo>
                  <a:lnTo>
                    <a:pt x="32831" y="0"/>
                  </a:lnTo>
                  <a:lnTo>
                    <a:pt x="91703" y="0"/>
                  </a:lnTo>
                  <a:lnTo>
                    <a:pt x="91703" y="59244"/>
                  </a:lnTo>
                  <a:lnTo>
                    <a:pt x="140065" y="59244"/>
                  </a:lnTo>
                  <a:lnTo>
                    <a:pt x="140065" y="111791"/>
                  </a:lnTo>
                  <a:lnTo>
                    <a:pt x="91703" y="111791"/>
                  </a:lnTo>
                  <a:lnTo>
                    <a:pt x="91703" y="198379"/>
                  </a:lnTo>
                  <a:cubicBezTo>
                    <a:pt x="91703" y="207586"/>
                    <a:pt x="93377" y="214934"/>
                    <a:pt x="96725" y="220235"/>
                  </a:cubicBezTo>
                  <a:cubicBezTo>
                    <a:pt x="100073" y="225536"/>
                    <a:pt x="107699" y="228233"/>
                    <a:pt x="119418" y="228233"/>
                  </a:cubicBezTo>
                  <a:lnTo>
                    <a:pt x="137926" y="228233"/>
                  </a:lnTo>
                  <a:lnTo>
                    <a:pt x="137926" y="280781"/>
                  </a:lnTo>
                  <a:lnTo>
                    <a:pt x="116907" y="280781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2" name="Freeform: Shape 1871">
              <a:extLst>
                <a:ext uri="{FF2B5EF4-FFF2-40B4-BE49-F238E27FC236}">
                  <a16:creationId xmlns:a16="http://schemas.microsoft.com/office/drawing/2014/main" id="{A67F757E-077F-0535-DBFA-68BA5840BC97}"/>
                </a:ext>
              </a:extLst>
            </p:cNvPr>
            <p:cNvSpPr/>
            <p:nvPr/>
          </p:nvSpPr>
          <p:spPr>
            <a:xfrm>
              <a:off x="4463644" y="4522245"/>
              <a:ext cx="282403" cy="303664"/>
            </a:xfrm>
            <a:custGeom>
              <a:avLst/>
              <a:gdLst>
                <a:gd name="connsiteX0" fmla="*/ 109652 w 212341"/>
                <a:gd name="connsiteY0" fmla="*/ 228326 h 228326"/>
                <a:gd name="connsiteX1" fmla="*/ 50409 w 212341"/>
                <a:gd name="connsiteY1" fmla="*/ 214468 h 228326"/>
                <a:gd name="connsiteX2" fmla="*/ 13021 w 212341"/>
                <a:gd name="connsiteY2" fmla="*/ 175128 h 228326"/>
                <a:gd name="connsiteX3" fmla="*/ 0 w 212341"/>
                <a:gd name="connsiteY3" fmla="*/ 115605 h 228326"/>
                <a:gd name="connsiteX4" fmla="*/ 13486 w 212341"/>
                <a:gd name="connsiteY4" fmla="*/ 55245 h 228326"/>
                <a:gd name="connsiteX5" fmla="*/ 51525 w 212341"/>
                <a:gd name="connsiteY5" fmla="*/ 14695 h 228326"/>
                <a:gd name="connsiteX6" fmla="*/ 109745 w 212341"/>
                <a:gd name="connsiteY6" fmla="*/ 0 h 228326"/>
                <a:gd name="connsiteX7" fmla="*/ 154109 w 212341"/>
                <a:gd name="connsiteY7" fmla="*/ 8370 h 228326"/>
                <a:gd name="connsiteX8" fmla="*/ 186474 w 212341"/>
                <a:gd name="connsiteY8" fmla="*/ 31901 h 228326"/>
                <a:gd name="connsiteX9" fmla="*/ 206191 w 212341"/>
                <a:gd name="connsiteY9" fmla="*/ 66963 h 228326"/>
                <a:gd name="connsiteX10" fmla="*/ 212329 w 212341"/>
                <a:gd name="connsiteY10" fmla="*/ 110024 h 228326"/>
                <a:gd name="connsiteX11" fmla="*/ 211864 w 212341"/>
                <a:gd name="connsiteY11" fmla="*/ 121371 h 228326"/>
                <a:gd name="connsiteX12" fmla="*/ 210190 w 212341"/>
                <a:gd name="connsiteY12" fmla="*/ 132345 h 228326"/>
                <a:gd name="connsiteX13" fmla="*/ 58407 w 212341"/>
                <a:gd name="connsiteY13" fmla="*/ 132345 h 228326"/>
                <a:gd name="connsiteX14" fmla="*/ 65568 w 212341"/>
                <a:gd name="connsiteY14" fmla="*/ 155504 h 228326"/>
                <a:gd name="connsiteX15" fmla="*/ 82216 w 212341"/>
                <a:gd name="connsiteY15" fmla="*/ 172151 h 228326"/>
                <a:gd name="connsiteX16" fmla="*/ 108908 w 212341"/>
                <a:gd name="connsiteY16" fmla="*/ 178290 h 228326"/>
                <a:gd name="connsiteX17" fmla="*/ 128253 w 212341"/>
                <a:gd name="connsiteY17" fmla="*/ 175965 h 228326"/>
                <a:gd name="connsiteX18" fmla="*/ 143413 w 212341"/>
                <a:gd name="connsiteY18" fmla="*/ 168617 h 228326"/>
                <a:gd name="connsiteX19" fmla="*/ 152248 w 212341"/>
                <a:gd name="connsiteY19" fmla="*/ 156806 h 228326"/>
                <a:gd name="connsiteX20" fmla="*/ 210283 w 212341"/>
                <a:gd name="connsiteY20" fmla="*/ 156806 h 228326"/>
                <a:gd name="connsiteX21" fmla="*/ 189915 w 212341"/>
                <a:gd name="connsiteY21" fmla="*/ 197542 h 228326"/>
                <a:gd name="connsiteX22" fmla="*/ 153923 w 212341"/>
                <a:gd name="connsiteY22" fmla="*/ 220886 h 228326"/>
                <a:gd name="connsiteX23" fmla="*/ 109745 w 212341"/>
                <a:gd name="connsiteY23" fmla="*/ 228233 h 228326"/>
                <a:gd name="connsiteX24" fmla="*/ 59616 w 212341"/>
                <a:gd name="connsiteY24" fmla="*/ 91330 h 228326"/>
                <a:gd name="connsiteX25" fmla="*/ 155876 w 212341"/>
                <a:gd name="connsiteY25" fmla="*/ 91330 h 228326"/>
                <a:gd name="connsiteX26" fmla="*/ 150202 w 212341"/>
                <a:gd name="connsiteY26" fmla="*/ 70125 h 228326"/>
                <a:gd name="connsiteX27" fmla="*/ 134671 w 212341"/>
                <a:gd name="connsiteY27" fmla="*/ 54129 h 228326"/>
                <a:gd name="connsiteX28" fmla="*/ 108350 w 212341"/>
                <a:gd name="connsiteY28" fmla="*/ 47990 h 228326"/>
                <a:gd name="connsiteX29" fmla="*/ 81658 w 212341"/>
                <a:gd name="connsiteY29" fmla="*/ 54315 h 228326"/>
                <a:gd name="connsiteX30" fmla="*/ 65661 w 212341"/>
                <a:gd name="connsiteY30" fmla="*/ 70497 h 228326"/>
                <a:gd name="connsiteX31" fmla="*/ 59523 w 212341"/>
                <a:gd name="connsiteY31" fmla="*/ 91330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12341" h="228326">
                  <a:moveTo>
                    <a:pt x="109652" y="228326"/>
                  </a:moveTo>
                  <a:cubicBezTo>
                    <a:pt x="86401" y="228326"/>
                    <a:pt x="66591" y="223676"/>
                    <a:pt x="50409" y="214468"/>
                  </a:cubicBezTo>
                  <a:cubicBezTo>
                    <a:pt x="34133" y="205261"/>
                    <a:pt x="21670" y="192147"/>
                    <a:pt x="13021" y="175128"/>
                  </a:cubicBezTo>
                  <a:cubicBezTo>
                    <a:pt x="4371" y="158201"/>
                    <a:pt x="0" y="138298"/>
                    <a:pt x="0" y="115605"/>
                  </a:cubicBezTo>
                  <a:cubicBezTo>
                    <a:pt x="0" y="92912"/>
                    <a:pt x="4464" y="72544"/>
                    <a:pt x="13486" y="55245"/>
                  </a:cubicBezTo>
                  <a:cubicBezTo>
                    <a:pt x="22414" y="38039"/>
                    <a:pt x="35156" y="24460"/>
                    <a:pt x="51525" y="14695"/>
                  </a:cubicBezTo>
                  <a:cubicBezTo>
                    <a:pt x="67893" y="4929"/>
                    <a:pt x="87331" y="0"/>
                    <a:pt x="109745" y="0"/>
                  </a:cubicBezTo>
                  <a:cubicBezTo>
                    <a:pt x="126579" y="0"/>
                    <a:pt x="141367" y="2790"/>
                    <a:pt x="154109" y="8370"/>
                  </a:cubicBezTo>
                  <a:cubicBezTo>
                    <a:pt x="166850" y="13951"/>
                    <a:pt x="177639" y="21856"/>
                    <a:pt x="186474" y="31901"/>
                  </a:cubicBezTo>
                  <a:cubicBezTo>
                    <a:pt x="195310" y="41945"/>
                    <a:pt x="201913" y="53664"/>
                    <a:pt x="206191" y="66963"/>
                  </a:cubicBezTo>
                  <a:cubicBezTo>
                    <a:pt x="210562" y="80263"/>
                    <a:pt x="212515" y="94679"/>
                    <a:pt x="212329" y="110024"/>
                  </a:cubicBezTo>
                  <a:cubicBezTo>
                    <a:pt x="212329" y="113931"/>
                    <a:pt x="212143" y="117744"/>
                    <a:pt x="211864" y="121371"/>
                  </a:cubicBezTo>
                  <a:cubicBezTo>
                    <a:pt x="211585" y="124998"/>
                    <a:pt x="211027" y="128625"/>
                    <a:pt x="210190" y="132345"/>
                  </a:cubicBezTo>
                  <a:lnTo>
                    <a:pt x="58407" y="132345"/>
                  </a:lnTo>
                  <a:cubicBezTo>
                    <a:pt x="59244" y="140716"/>
                    <a:pt x="61662" y="148435"/>
                    <a:pt x="65568" y="155504"/>
                  </a:cubicBezTo>
                  <a:cubicBezTo>
                    <a:pt x="69474" y="162572"/>
                    <a:pt x="75055" y="168059"/>
                    <a:pt x="82216" y="172151"/>
                  </a:cubicBezTo>
                  <a:cubicBezTo>
                    <a:pt x="89377" y="176244"/>
                    <a:pt x="98213" y="178290"/>
                    <a:pt x="108908" y="178290"/>
                  </a:cubicBezTo>
                  <a:cubicBezTo>
                    <a:pt x="115884" y="178290"/>
                    <a:pt x="122394" y="177546"/>
                    <a:pt x="128253" y="175965"/>
                  </a:cubicBezTo>
                  <a:cubicBezTo>
                    <a:pt x="134113" y="174384"/>
                    <a:pt x="139228" y="171965"/>
                    <a:pt x="143413" y="168617"/>
                  </a:cubicBezTo>
                  <a:cubicBezTo>
                    <a:pt x="147598" y="165269"/>
                    <a:pt x="150574" y="161363"/>
                    <a:pt x="152248" y="156806"/>
                  </a:cubicBezTo>
                  <a:lnTo>
                    <a:pt x="210283" y="156806"/>
                  </a:lnTo>
                  <a:cubicBezTo>
                    <a:pt x="206656" y="173360"/>
                    <a:pt x="199867" y="186939"/>
                    <a:pt x="189915" y="197542"/>
                  </a:cubicBezTo>
                  <a:cubicBezTo>
                    <a:pt x="179964" y="208237"/>
                    <a:pt x="167966" y="215957"/>
                    <a:pt x="153923" y="220886"/>
                  </a:cubicBezTo>
                  <a:cubicBezTo>
                    <a:pt x="139879" y="225815"/>
                    <a:pt x="125184" y="228233"/>
                    <a:pt x="109745" y="228233"/>
                  </a:cubicBezTo>
                  <a:close/>
                  <a:moveTo>
                    <a:pt x="59616" y="91330"/>
                  </a:moveTo>
                  <a:lnTo>
                    <a:pt x="155876" y="91330"/>
                  </a:lnTo>
                  <a:cubicBezTo>
                    <a:pt x="155597" y="83797"/>
                    <a:pt x="153737" y="76729"/>
                    <a:pt x="150202" y="70125"/>
                  </a:cubicBezTo>
                  <a:cubicBezTo>
                    <a:pt x="146668" y="63522"/>
                    <a:pt x="141553" y="58221"/>
                    <a:pt x="134671" y="54129"/>
                  </a:cubicBezTo>
                  <a:cubicBezTo>
                    <a:pt x="127788" y="50036"/>
                    <a:pt x="119046" y="47990"/>
                    <a:pt x="108350" y="47990"/>
                  </a:cubicBezTo>
                  <a:cubicBezTo>
                    <a:pt x="97655" y="47990"/>
                    <a:pt x="88819" y="50129"/>
                    <a:pt x="81658" y="54315"/>
                  </a:cubicBezTo>
                  <a:cubicBezTo>
                    <a:pt x="74497" y="58500"/>
                    <a:pt x="69195" y="63894"/>
                    <a:pt x="65661" y="70497"/>
                  </a:cubicBezTo>
                  <a:cubicBezTo>
                    <a:pt x="62127" y="77101"/>
                    <a:pt x="60081" y="83983"/>
                    <a:pt x="59523" y="91330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3" name="Freeform: Shape 1872">
              <a:extLst>
                <a:ext uri="{FF2B5EF4-FFF2-40B4-BE49-F238E27FC236}">
                  <a16:creationId xmlns:a16="http://schemas.microsoft.com/office/drawing/2014/main" id="{D3AA2FC4-8A21-FF8A-F8FC-CCABE181D04F}"/>
                </a:ext>
              </a:extLst>
            </p:cNvPr>
            <p:cNvSpPr/>
            <p:nvPr/>
          </p:nvSpPr>
          <p:spPr>
            <a:xfrm>
              <a:off x="4930953" y="4522368"/>
              <a:ext cx="299335" cy="303540"/>
            </a:xfrm>
            <a:custGeom>
              <a:avLst/>
              <a:gdLst>
                <a:gd name="connsiteX0" fmla="*/ 99236 w 225071"/>
                <a:gd name="connsiteY0" fmla="*/ 228233 h 228233"/>
                <a:gd name="connsiteX1" fmla="*/ 55710 w 225071"/>
                <a:gd name="connsiteY1" fmla="*/ 219584 h 228233"/>
                <a:gd name="connsiteX2" fmla="*/ 24646 w 225071"/>
                <a:gd name="connsiteY2" fmla="*/ 195589 h 228233"/>
                <a:gd name="connsiteX3" fmla="*/ 6138 w 225071"/>
                <a:gd name="connsiteY3" fmla="*/ 159875 h 228233"/>
                <a:gd name="connsiteX4" fmla="*/ 0 w 225071"/>
                <a:gd name="connsiteY4" fmla="*/ 115512 h 228233"/>
                <a:gd name="connsiteX5" fmla="*/ 12370 w 225071"/>
                <a:gd name="connsiteY5" fmla="*/ 55431 h 228233"/>
                <a:gd name="connsiteX6" fmla="*/ 48362 w 225071"/>
                <a:gd name="connsiteY6" fmla="*/ 14695 h 228233"/>
                <a:gd name="connsiteX7" fmla="*/ 105560 w 225071"/>
                <a:gd name="connsiteY7" fmla="*/ 0 h 228233"/>
                <a:gd name="connsiteX8" fmla="*/ 140065 w 225071"/>
                <a:gd name="connsiteY8" fmla="*/ 6138 h 228233"/>
                <a:gd name="connsiteX9" fmla="*/ 167408 w 225071"/>
                <a:gd name="connsiteY9" fmla="*/ 24832 h 228233"/>
                <a:gd name="connsiteX10" fmla="*/ 169547 w 225071"/>
                <a:gd name="connsiteY10" fmla="*/ 3813 h 228233"/>
                <a:gd name="connsiteX11" fmla="*/ 225071 w 225071"/>
                <a:gd name="connsiteY11" fmla="*/ 3813 h 228233"/>
                <a:gd name="connsiteX12" fmla="*/ 225071 w 225071"/>
                <a:gd name="connsiteY12" fmla="*/ 225350 h 228233"/>
                <a:gd name="connsiteX13" fmla="*/ 168338 w 225071"/>
                <a:gd name="connsiteY13" fmla="*/ 225350 h 228233"/>
                <a:gd name="connsiteX14" fmla="*/ 167036 w 225071"/>
                <a:gd name="connsiteY14" fmla="*/ 203494 h 228233"/>
                <a:gd name="connsiteX15" fmla="*/ 135508 w 225071"/>
                <a:gd name="connsiteY15" fmla="*/ 222374 h 228233"/>
                <a:gd name="connsiteX16" fmla="*/ 99329 w 225071"/>
                <a:gd name="connsiteY16" fmla="*/ 228233 h 228233"/>
                <a:gd name="connsiteX17" fmla="*/ 112629 w 225071"/>
                <a:gd name="connsiteY17" fmla="*/ 175314 h 228233"/>
                <a:gd name="connsiteX18" fmla="*/ 142018 w 225071"/>
                <a:gd name="connsiteY18" fmla="*/ 166943 h 228233"/>
                <a:gd name="connsiteX19" fmla="*/ 159875 w 225071"/>
                <a:gd name="connsiteY19" fmla="*/ 144622 h 228233"/>
                <a:gd name="connsiteX20" fmla="*/ 166013 w 225071"/>
                <a:gd name="connsiteY20" fmla="*/ 114396 h 228233"/>
                <a:gd name="connsiteX21" fmla="*/ 159875 w 225071"/>
                <a:gd name="connsiteY21" fmla="*/ 83890 h 228233"/>
                <a:gd name="connsiteX22" fmla="*/ 141832 w 225071"/>
                <a:gd name="connsiteY22" fmla="*/ 62034 h 228233"/>
                <a:gd name="connsiteX23" fmla="*/ 111792 w 225071"/>
                <a:gd name="connsiteY23" fmla="*/ 53850 h 228233"/>
                <a:gd name="connsiteX24" fmla="*/ 81472 w 225071"/>
                <a:gd name="connsiteY24" fmla="*/ 62220 h 228233"/>
                <a:gd name="connsiteX25" fmla="*/ 64266 w 225071"/>
                <a:gd name="connsiteY25" fmla="*/ 84262 h 228233"/>
                <a:gd name="connsiteX26" fmla="*/ 58779 w 225071"/>
                <a:gd name="connsiteY26" fmla="*/ 113931 h 228233"/>
                <a:gd name="connsiteX27" fmla="*/ 64266 w 225071"/>
                <a:gd name="connsiteY27" fmla="*/ 143971 h 228233"/>
                <a:gd name="connsiteX28" fmla="*/ 81472 w 225071"/>
                <a:gd name="connsiteY28" fmla="*/ 166664 h 228233"/>
                <a:gd name="connsiteX29" fmla="*/ 112629 w 225071"/>
                <a:gd name="connsiteY29" fmla="*/ 175314 h 22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5071" h="228233">
                  <a:moveTo>
                    <a:pt x="99236" y="228233"/>
                  </a:moveTo>
                  <a:cubicBezTo>
                    <a:pt x="82681" y="228233"/>
                    <a:pt x="68172" y="225350"/>
                    <a:pt x="55710" y="219584"/>
                  </a:cubicBezTo>
                  <a:cubicBezTo>
                    <a:pt x="43247" y="213817"/>
                    <a:pt x="32831" y="205819"/>
                    <a:pt x="24646" y="195589"/>
                  </a:cubicBezTo>
                  <a:cubicBezTo>
                    <a:pt x="16369" y="185358"/>
                    <a:pt x="10231" y="173453"/>
                    <a:pt x="6138" y="159875"/>
                  </a:cubicBezTo>
                  <a:cubicBezTo>
                    <a:pt x="2046" y="146296"/>
                    <a:pt x="0" y="131508"/>
                    <a:pt x="0" y="115512"/>
                  </a:cubicBezTo>
                  <a:cubicBezTo>
                    <a:pt x="0" y="92819"/>
                    <a:pt x="4092" y="72730"/>
                    <a:pt x="12370" y="55431"/>
                  </a:cubicBezTo>
                  <a:cubicBezTo>
                    <a:pt x="20647" y="38039"/>
                    <a:pt x="32645" y="24460"/>
                    <a:pt x="48362" y="14695"/>
                  </a:cubicBezTo>
                  <a:cubicBezTo>
                    <a:pt x="64080" y="4929"/>
                    <a:pt x="83146" y="0"/>
                    <a:pt x="105560" y="0"/>
                  </a:cubicBezTo>
                  <a:cubicBezTo>
                    <a:pt x="117651" y="0"/>
                    <a:pt x="129090" y="2046"/>
                    <a:pt x="140065" y="6138"/>
                  </a:cubicBezTo>
                  <a:cubicBezTo>
                    <a:pt x="151039" y="10231"/>
                    <a:pt x="160061" y="16462"/>
                    <a:pt x="167408" y="24832"/>
                  </a:cubicBezTo>
                  <a:lnTo>
                    <a:pt x="169547" y="3813"/>
                  </a:lnTo>
                  <a:lnTo>
                    <a:pt x="225071" y="3813"/>
                  </a:lnTo>
                  <a:lnTo>
                    <a:pt x="225071" y="225350"/>
                  </a:lnTo>
                  <a:lnTo>
                    <a:pt x="168338" y="225350"/>
                  </a:lnTo>
                  <a:lnTo>
                    <a:pt x="167036" y="203494"/>
                  </a:lnTo>
                  <a:cubicBezTo>
                    <a:pt x="157829" y="212143"/>
                    <a:pt x="147319" y="218468"/>
                    <a:pt x="135508" y="222374"/>
                  </a:cubicBezTo>
                  <a:cubicBezTo>
                    <a:pt x="123696" y="226280"/>
                    <a:pt x="111699" y="228233"/>
                    <a:pt x="99329" y="228233"/>
                  </a:cubicBezTo>
                  <a:close/>
                  <a:moveTo>
                    <a:pt x="112629" y="175314"/>
                  </a:moveTo>
                  <a:cubicBezTo>
                    <a:pt x="124440" y="175314"/>
                    <a:pt x="134206" y="172523"/>
                    <a:pt x="142018" y="166943"/>
                  </a:cubicBezTo>
                  <a:cubicBezTo>
                    <a:pt x="149830" y="161363"/>
                    <a:pt x="155783" y="153923"/>
                    <a:pt x="159875" y="144622"/>
                  </a:cubicBezTo>
                  <a:cubicBezTo>
                    <a:pt x="163967" y="135415"/>
                    <a:pt x="166013" y="125277"/>
                    <a:pt x="166013" y="114396"/>
                  </a:cubicBezTo>
                  <a:cubicBezTo>
                    <a:pt x="166013" y="103514"/>
                    <a:pt x="163967" y="93005"/>
                    <a:pt x="159875" y="83890"/>
                  </a:cubicBezTo>
                  <a:cubicBezTo>
                    <a:pt x="155783" y="74776"/>
                    <a:pt x="149830" y="67521"/>
                    <a:pt x="141832" y="62034"/>
                  </a:cubicBezTo>
                  <a:cubicBezTo>
                    <a:pt x="133834" y="56547"/>
                    <a:pt x="123789" y="53850"/>
                    <a:pt x="111792" y="53850"/>
                  </a:cubicBezTo>
                  <a:cubicBezTo>
                    <a:pt x="99794" y="53850"/>
                    <a:pt x="89377" y="56640"/>
                    <a:pt x="81472" y="62220"/>
                  </a:cubicBezTo>
                  <a:cubicBezTo>
                    <a:pt x="73660" y="67800"/>
                    <a:pt x="67893" y="75148"/>
                    <a:pt x="64266" y="84262"/>
                  </a:cubicBezTo>
                  <a:cubicBezTo>
                    <a:pt x="60639" y="93377"/>
                    <a:pt x="58779" y="103235"/>
                    <a:pt x="58779" y="113931"/>
                  </a:cubicBezTo>
                  <a:cubicBezTo>
                    <a:pt x="58779" y="124626"/>
                    <a:pt x="60639" y="134578"/>
                    <a:pt x="64266" y="143971"/>
                  </a:cubicBezTo>
                  <a:cubicBezTo>
                    <a:pt x="67893" y="153365"/>
                    <a:pt x="73660" y="160898"/>
                    <a:pt x="81472" y="166664"/>
                  </a:cubicBezTo>
                  <a:cubicBezTo>
                    <a:pt x="89284" y="172430"/>
                    <a:pt x="99701" y="175314"/>
                    <a:pt x="112629" y="17531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4" name="Freeform: Shape 1873">
              <a:extLst>
                <a:ext uri="{FF2B5EF4-FFF2-40B4-BE49-F238E27FC236}">
                  <a16:creationId xmlns:a16="http://schemas.microsoft.com/office/drawing/2014/main" id="{F807C21F-7119-12A3-DC48-5D0F3F1429B7}"/>
                </a:ext>
              </a:extLst>
            </p:cNvPr>
            <p:cNvSpPr/>
            <p:nvPr/>
          </p:nvSpPr>
          <p:spPr>
            <a:xfrm>
              <a:off x="7286415" y="4527317"/>
              <a:ext cx="482644" cy="294633"/>
            </a:xfrm>
            <a:custGeom>
              <a:avLst/>
              <a:gdLst>
                <a:gd name="connsiteX0" fmla="*/ 69753 w 362903"/>
                <a:gd name="connsiteY0" fmla="*/ 221537 h 221536"/>
                <a:gd name="connsiteX1" fmla="*/ 0 w 362903"/>
                <a:gd name="connsiteY1" fmla="*/ 0 h 221536"/>
                <a:gd name="connsiteX2" fmla="*/ 64359 w 362903"/>
                <a:gd name="connsiteY2" fmla="*/ 0 h 221536"/>
                <a:gd name="connsiteX3" fmla="*/ 105560 w 362903"/>
                <a:gd name="connsiteY3" fmla="*/ 154295 h 221536"/>
                <a:gd name="connsiteX4" fmla="*/ 149273 w 362903"/>
                <a:gd name="connsiteY4" fmla="*/ 0 h 221536"/>
                <a:gd name="connsiteX5" fmla="*/ 215306 w 362903"/>
                <a:gd name="connsiteY5" fmla="*/ 0 h 221536"/>
                <a:gd name="connsiteX6" fmla="*/ 259018 w 362903"/>
                <a:gd name="connsiteY6" fmla="*/ 154295 h 221536"/>
                <a:gd name="connsiteX7" fmla="*/ 299382 w 362903"/>
                <a:gd name="connsiteY7" fmla="*/ 0 h 221536"/>
                <a:gd name="connsiteX8" fmla="*/ 362904 w 362903"/>
                <a:gd name="connsiteY8" fmla="*/ 0 h 221536"/>
                <a:gd name="connsiteX9" fmla="*/ 293151 w 362903"/>
                <a:gd name="connsiteY9" fmla="*/ 221537 h 221536"/>
                <a:gd name="connsiteX10" fmla="*/ 225443 w 362903"/>
                <a:gd name="connsiteY10" fmla="*/ 221537 h 221536"/>
                <a:gd name="connsiteX11" fmla="*/ 181266 w 362903"/>
                <a:gd name="connsiteY11" fmla="*/ 71893 h 221536"/>
                <a:gd name="connsiteX12" fmla="*/ 137554 w 362903"/>
                <a:gd name="connsiteY12" fmla="*/ 221537 h 221536"/>
                <a:gd name="connsiteX13" fmla="*/ 69847 w 362903"/>
                <a:gd name="connsiteY13" fmla="*/ 221537 h 22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2903" h="221536">
                  <a:moveTo>
                    <a:pt x="69753" y="221537"/>
                  </a:moveTo>
                  <a:lnTo>
                    <a:pt x="0" y="0"/>
                  </a:lnTo>
                  <a:lnTo>
                    <a:pt x="64359" y="0"/>
                  </a:lnTo>
                  <a:lnTo>
                    <a:pt x="105560" y="154295"/>
                  </a:lnTo>
                  <a:lnTo>
                    <a:pt x="149273" y="0"/>
                  </a:lnTo>
                  <a:lnTo>
                    <a:pt x="215306" y="0"/>
                  </a:lnTo>
                  <a:lnTo>
                    <a:pt x="259018" y="154295"/>
                  </a:lnTo>
                  <a:lnTo>
                    <a:pt x="299382" y="0"/>
                  </a:lnTo>
                  <a:lnTo>
                    <a:pt x="362904" y="0"/>
                  </a:lnTo>
                  <a:lnTo>
                    <a:pt x="293151" y="221537"/>
                  </a:lnTo>
                  <a:lnTo>
                    <a:pt x="225443" y="221537"/>
                  </a:lnTo>
                  <a:lnTo>
                    <a:pt x="181266" y="71893"/>
                  </a:lnTo>
                  <a:lnTo>
                    <a:pt x="137554" y="221537"/>
                  </a:lnTo>
                  <a:lnTo>
                    <a:pt x="69847" y="221537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5" name="Freeform: Shape 1874">
              <a:extLst>
                <a:ext uri="{FF2B5EF4-FFF2-40B4-BE49-F238E27FC236}">
                  <a16:creationId xmlns:a16="http://schemas.microsoft.com/office/drawing/2014/main" id="{7BB97D67-F4C4-F975-C046-B71FD29F789B}"/>
                </a:ext>
              </a:extLst>
            </p:cNvPr>
            <p:cNvSpPr/>
            <p:nvPr/>
          </p:nvSpPr>
          <p:spPr>
            <a:xfrm>
              <a:off x="7790215" y="4522370"/>
              <a:ext cx="295745" cy="303664"/>
            </a:xfrm>
            <a:custGeom>
              <a:avLst/>
              <a:gdLst>
                <a:gd name="connsiteX0" fmla="*/ 111791 w 222373"/>
                <a:gd name="connsiteY0" fmla="*/ 228233 h 228326"/>
                <a:gd name="connsiteX1" fmla="*/ 52920 w 222373"/>
                <a:gd name="connsiteY1" fmla="*/ 214561 h 228326"/>
                <a:gd name="connsiteX2" fmla="*/ 13858 w 222373"/>
                <a:gd name="connsiteY2" fmla="*/ 175500 h 228326"/>
                <a:gd name="connsiteX3" fmla="*/ 0 w 222373"/>
                <a:gd name="connsiteY3" fmla="*/ 115140 h 228326"/>
                <a:gd name="connsiteX4" fmla="*/ 14044 w 222373"/>
                <a:gd name="connsiteY4" fmla="*/ 53571 h 228326"/>
                <a:gd name="connsiteX5" fmla="*/ 53385 w 222373"/>
                <a:gd name="connsiteY5" fmla="*/ 13858 h 228326"/>
                <a:gd name="connsiteX6" fmla="*/ 111420 w 222373"/>
                <a:gd name="connsiteY6" fmla="*/ 0 h 228326"/>
                <a:gd name="connsiteX7" fmla="*/ 169826 w 222373"/>
                <a:gd name="connsiteY7" fmla="*/ 14323 h 228326"/>
                <a:gd name="connsiteX8" fmla="*/ 208516 w 222373"/>
                <a:gd name="connsiteY8" fmla="*/ 54222 h 228326"/>
                <a:gd name="connsiteX9" fmla="*/ 222374 w 222373"/>
                <a:gd name="connsiteY9" fmla="*/ 115605 h 228326"/>
                <a:gd name="connsiteX10" fmla="*/ 208702 w 222373"/>
                <a:gd name="connsiteY10" fmla="*/ 175965 h 228326"/>
                <a:gd name="connsiteX11" fmla="*/ 170477 w 222373"/>
                <a:gd name="connsiteY11" fmla="*/ 214841 h 228326"/>
                <a:gd name="connsiteX12" fmla="*/ 111791 w 222373"/>
                <a:gd name="connsiteY12" fmla="*/ 228326 h 228326"/>
                <a:gd name="connsiteX13" fmla="*/ 110954 w 222373"/>
                <a:gd name="connsiteY13" fmla="*/ 174384 h 228326"/>
                <a:gd name="connsiteX14" fmla="*/ 142111 w 222373"/>
                <a:gd name="connsiteY14" fmla="*/ 166013 h 228326"/>
                <a:gd name="connsiteX15" fmla="*/ 159131 w 222373"/>
                <a:gd name="connsiteY15" fmla="*/ 143971 h 228326"/>
                <a:gd name="connsiteX16" fmla="*/ 164339 w 222373"/>
                <a:gd name="connsiteY16" fmla="*/ 115140 h 228326"/>
                <a:gd name="connsiteX17" fmla="*/ 159131 w 222373"/>
                <a:gd name="connsiteY17" fmla="*/ 86122 h 228326"/>
                <a:gd name="connsiteX18" fmla="*/ 142297 w 222373"/>
                <a:gd name="connsiteY18" fmla="*/ 63243 h 228326"/>
                <a:gd name="connsiteX19" fmla="*/ 110954 w 222373"/>
                <a:gd name="connsiteY19" fmla="*/ 54222 h 228326"/>
                <a:gd name="connsiteX20" fmla="*/ 80263 w 222373"/>
                <a:gd name="connsiteY20" fmla="*/ 63243 h 228326"/>
                <a:gd name="connsiteX21" fmla="*/ 63243 w 222373"/>
                <a:gd name="connsiteY21" fmla="*/ 86122 h 228326"/>
                <a:gd name="connsiteX22" fmla="*/ 58035 w 222373"/>
                <a:gd name="connsiteY22" fmla="*/ 115140 h 228326"/>
                <a:gd name="connsiteX23" fmla="*/ 63243 w 222373"/>
                <a:gd name="connsiteY23" fmla="*/ 144157 h 228326"/>
                <a:gd name="connsiteX24" fmla="*/ 80263 w 222373"/>
                <a:gd name="connsiteY24" fmla="*/ 166013 h 228326"/>
                <a:gd name="connsiteX25" fmla="*/ 110954 w 222373"/>
                <a:gd name="connsiteY25" fmla="*/ 174384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373" h="228326">
                  <a:moveTo>
                    <a:pt x="111791" y="228233"/>
                  </a:moveTo>
                  <a:cubicBezTo>
                    <a:pt x="89377" y="228233"/>
                    <a:pt x="69753" y="223676"/>
                    <a:pt x="52920" y="214561"/>
                  </a:cubicBezTo>
                  <a:cubicBezTo>
                    <a:pt x="36086" y="205447"/>
                    <a:pt x="23065" y="192426"/>
                    <a:pt x="13858" y="175500"/>
                  </a:cubicBezTo>
                  <a:cubicBezTo>
                    <a:pt x="4650" y="158573"/>
                    <a:pt x="0" y="138484"/>
                    <a:pt x="0" y="115140"/>
                  </a:cubicBezTo>
                  <a:cubicBezTo>
                    <a:pt x="0" y="91795"/>
                    <a:pt x="4650" y="70776"/>
                    <a:pt x="14044" y="53571"/>
                  </a:cubicBezTo>
                  <a:cubicBezTo>
                    <a:pt x="23437" y="36365"/>
                    <a:pt x="36551" y="23065"/>
                    <a:pt x="53385" y="13858"/>
                  </a:cubicBezTo>
                  <a:cubicBezTo>
                    <a:pt x="70218" y="4650"/>
                    <a:pt x="89563" y="0"/>
                    <a:pt x="111420" y="0"/>
                  </a:cubicBezTo>
                  <a:cubicBezTo>
                    <a:pt x="133275" y="0"/>
                    <a:pt x="153272" y="4743"/>
                    <a:pt x="169826" y="14323"/>
                  </a:cubicBezTo>
                  <a:cubicBezTo>
                    <a:pt x="186381" y="23809"/>
                    <a:pt x="199216" y="37202"/>
                    <a:pt x="208516" y="54222"/>
                  </a:cubicBezTo>
                  <a:cubicBezTo>
                    <a:pt x="217724" y="71334"/>
                    <a:pt x="222374" y="91795"/>
                    <a:pt x="222374" y="115605"/>
                  </a:cubicBezTo>
                  <a:cubicBezTo>
                    <a:pt x="222374" y="139414"/>
                    <a:pt x="217817" y="158945"/>
                    <a:pt x="208702" y="175965"/>
                  </a:cubicBezTo>
                  <a:cubicBezTo>
                    <a:pt x="199588" y="192891"/>
                    <a:pt x="186846" y="205912"/>
                    <a:pt x="170477" y="214841"/>
                  </a:cubicBezTo>
                  <a:cubicBezTo>
                    <a:pt x="154109" y="223862"/>
                    <a:pt x="134578" y="228326"/>
                    <a:pt x="111791" y="228326"/>
                  </a:cubicBezTo>
                  <a:close/>
                  <a:moveTo>
                    <a:pt x="110954" y="174384"/>
                  </a:moveTo>
                  <a:cubicBezTo>
                    <a:pt x="123882" y="174384"/>
                    <a:pt x="134206" y="171593"/>
                    <a:pt x="142111" y="166013"/>
                  </a:cubicBezTo>
                  <a:cubicBezTo>
                    <a:pt x="149923" y="160433"/>
                    <a:pt x="155597" y="153085"/>
                    <a:pt x="159131" y="143971"/>
                  </a:cubicBezTo>
                  <a:cubicBezTo>
                    <a:pt x="162665" y="134857"/>
                    <a:pt x="164339" y="125277"/>
                    <a:pt x="164339" y="115140"/>
                  </a:cubicBezTo>
                  <a:cubicBezTo>
                    <a:pt x="164339" y="105002"/>
                    <a:pt x="162572" y="95423"/>
                    <a:pt x="159131" y="86122"/>
                  </a:cubicBezTo>
                  <a:cubicBezTo>
                    <a:pt x="155597" y="76915"/>
                    <a:pt x="150016" y="69288"/>
                    <a:pt x="142297" y="63243"/>
                  </a:cubicBezTo>
                  <a:cubicBezTo>
                    <a:pt x="134578" y="57198"/>
                    <a:pt x="124161" y="54222"/>
                    <a:pt x="110954" y="54222"/>
                  </a:cubicBezTo>
                  <a:cubicBezTo>
                    <a:pt x="97748" y="54222"/>
                    <a:pt x="88075" y="57198"/>
                    <a:pt x="80263" y="63243"/>
                  </a:cubicBezTo>
                  <a:cubicBezTo>
                    <a:pt x="72451" y="69288"/>
                    <a:pt x="66777" y="76915"/>
                    <a:pt x="63243" y="86122"/>
                  </a:cubicBezTo>
                  <a:cubicBezTo>
                    <a:pt x="59709" y="95330"/>
                    <a:pt x="58035" y="105002"/>
                    <a:pt x="58035" y="115140"/>
                  </a:cubicBezTo>
                  <a:cubicBezTo>
                    <a:pt x="58035" y="125277"/>
                    <a:pt x="59802" y="135136"/>
                    <a:pt x="63243" y="144157"/>
                  </a:cubicBezTo>
                  <a:cubicBezTo>
                    <a:pt x="66777" y="153179"/>
                    <a:pt x="72451" y="160433"/>
                    <a:pt x="80263" y="166013"/>
                  </a:cubicBezTo>
                  <a:cubicBezTo>
                    <a:pt x="88075" y="171593"/>
                    <a:pt x="98306" y="174384"/>
                    <a:pt x="110954" y="17438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6" name="Freeform: Shape 1875">
              <a:extLst>
                <a:ext uri="{FF2B5EF4-FFF2-40B4-BE49-F238E27FC236}">
                  <a16:creationId xmlns:a16="http://schemas.microsoft.com/office/drawing/2014/main" id="{DEDBE39E-8041-F9EF-7AA2-3CDD89FE6EA7}"/>
                </a:ext>
              </a:extLst>
            </p:cNvPr>
            <p:cNvSpPr/>
            <p:nvPr/>
          </p:nvSpPr>
          <p:spPr>
            <a:xfrm>
              <a:off x="8136677" y="4522247"/>
              <a:ext cx="182939" cy="299707"/>
            </a:xfrm>
            <a:custGeom>
              <a:avLst/>
              <a:gdLst>
                <a:gd name="connsiteX0" fmla="*/ 93 w 137553"/>
                <a:gd name="connsiteY0" fmla="*/ 225350 h 225350"/>
                <a:gd name="connsiteX1" fmla="*/ 93 w 137553"/>
                <a:gd name="connsiteY1" fmla="*/ 3813 h 225350"/>
                <a:gd name="connsiteX2" fmla="*/ 53106 w 137553"/>
                <a:gd name="connsiteY2" fmla="*/ 3813 h 225350"/>
                <a:gd name="connsiteX3" fmla="*/ 56919 w 137553"/>
                <a:gd name="connsiteY3" fmla="*/ 30319 h 225350"/>
                <a:gd name="connsiteX4" fmla="*/ 75799 w 137553"/>
                <a:gd name="connsiteY4" fmla="*/ 11161 h 225350"/>
                <a:gd name="connsiteX5" fmla="*/ 97655 w 137553"/>
                <a:gd name="connsiteY5" fmla="*/ 2325 h 225350"/>
                <a:gd name="connsiteX6" fmla="*/ 120813 w 137553"/>
                <a:gd name="connsiteY6" fmla="*/ 0 h 225350"/>
                <a:gd name="connsiteX7" fmla="*/ 130857 w 137553"/>
                <a:gd name="connsiteY7" fmla="*/ 186 h 225350"/>
                <a:gd name="connsiteX8" fmla="*/ 137554 w 137553"/>
                <a:gd name="connsiteY8" fmla="*/ 372 h 225350"/>
                <a:gd name="connsiteX9" fmla="*/ 137554 w 137553"/>
                <a:gd name="connsiteY9" fmla="*/ 57105 h 225350"/>
                <a:gd name="connsiteX10" fmla="*/ 123696 w 137553"/>
                <a:gd name="connsiteY10" fmla="*/ 57105 h 225350"/>
                <a:gd name="connsiteX11" fmla="*/ 89191 w 137553"/>
                <a:gd name="connsiteY11" fmla="*/ 63801 h 225350"/>
                <a:gd name="connsiteX12" fmla="*/ 66684 w 137553"/>
                <a:gd name="connsiteY12" fmla="*/ 84820 h 225350"/>
                <a:gd name="connsiteX13" fmla="*/ 58872 w 137553"/>
                <a:gd name="connsiteY13" fmla="*/ 121371 h 225350"/>
                <a:gd name="connsiteX14" fmla="*/ 58872 w 137553"/>
                <a:gd name="connsiteY14" fmla="*/ 225164 h 225350"/>
                <a:gd name="connsiteX15" fmla="*/ 0 w 137553"/>
                <a:gd name="connsiteY15" fmla="*/ 225164 h 22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553" h="225350">
                  <a:moveTo>
                    <a:pt x="93" y="225350"/>
                  </a:moveTo>
                  <a:lnTo>
                    <a:pt x="93" y="3813"/>
                  </a:lnTo>
                  <a:lnTo>
                    <a:pt x="53106" y="3813"/>
                  </a:lnTo>
                  <a:lnTo>
                    <a:pt x="56919" y="30319"/>
                  </a:lnTo>
                  <a:cubicBezTo>
                    <a:pt x="62499" y="21949"/>
                    <a:pt x="68823" y="15532"/>
                    <a:pt x="75799" y="11161"/>
                  </a:cubicBezTo>
                  <a:cubicBezTo>
                    <a:pt x="82774" y="6789"/>
                    <a:pt x="90121" y="3906"/>
                    <a:pt x="97655" y="2325"/>
                  </a:cubicBezTo>
                  <a:cubicBezTo>
                    <a:pt x="105188" y="744"/>
                    <a:pt x="112907" y="0"/>
                    <a:pt x="120813" y="0"/>
                  </a:cubicBezTo>
                  <a:cubicBezTo>
                    <a:pt x="124440" y="0"/>
                    <a:pt x="127788" y="0"/>
                    <a:pt x="130857" y="186"/>
                  </a:cubicBezTo>
                  <a:cubicBezTo>
                    <a:pt x="133927" y="372"/>
                    <a:pt x="136159" y="372"/>
                    <a:pt x="137554" y="372"/>
                  </a:cubicBezTo>
                  <a:lnTo>
                    <a:pt x="137554" y="57105"/>
                  </a:lnTo>
                  <a:lnTo>
                    <a:pt x="123696" y="57105"/>
                  </a:lnTo>
                  <a:cubicBezTo>
                    <a:pt x="110489" y="57105"/>
                    <a:pt x="99050" y="59337"/>
                    <a:pt x="89191" y="63801"/>
                  </a:cubicBezTo>
                  <a:cubicBezTo>
                    <a:pt x="79333" y="68265"/>
                    <a:pt x="71892" y="75334"/>
                    <a:pt x="66684" y="84820"/>
                  </a:cubicBezTo>
                  <a:cubicBezTo>
                    <a:pt x="61476" y="94307"/>
                    <a:pt x="58872" y="106583"/>
                    <a:pt x="58872" y="121371"/>
                  </a:cubicBezTo>
                  <a:lnTo>
                    <a:pt x="58872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7" name="Freeform: Shape 1876">
              <a:extLst>
                <a:ext uri="{FF2B5EF4-FFF2-40B4-BE49-F238E27FC236}">
                  <a16:creationId xmlns:a16="http://schemas.microsoft.com/office/drawing/2014/main" id="{768A488F-D673-5B3A-1ACA-3094C722948E}"/>
                </a:ext>
              </a:extLst>
            </p:cNvPr>
            <p:cNvSpPr/>
            <p:nvPr/>
          </p:nvSpPr>
          <p:spPr>
            <a:xfrm>
              <a:off x="8357099" y="4426137"/>
              <a:ext cx="78297" cy="395814"/>
            </a:xfrm>
            <a:custGeom>
              <a:avLst/>
              <a:gdLst>
                <a:gd name="connsiteX0" fmla="*/ 0 w 58872"/>
                <a:gd name="connsiteY0" fmla="*/ 297615 h 297614"/>
                <a:gd name="connsiteX1" fmla="*/ 0 w 58872"/>
                <a:gd name="connsiteY1" fmla="*/ 0 h 297614"/>
                <a:gd name="connsiteX2" fmla="*/ 58872 w 58872"/>
                <a:gd name="connsiteY2" fmla="*/ 0 h 297614"/>
                <a:gd name="connsiteX3" fmla="*/ 58872 w 58872"/>
                <a:gd name="connsiteY3" fmla="*/ 297615 h 297614"/>
                <a:gd name="connsiteX4" fmla="*/ 0 w 58872"/>
                <a:gd name="connsiteY4" fmla="*/ 297615 h 29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872" h="297614">
                  <a:moveTo>
                    <a:pt x="0" y="297615"/>
                  </a:moveTo>
                  <a:lnTo>
                    <a:pt x="0" y="0"/>
                  </a:lnTo>
                  <a:lnTo>
                    <a:pt x="58872" y="0"/>
                  </a:lnTo>
                  <a:lnTo>
                    <a:pt x="58872" y="297615"/>
                  </a:lnTo>
                  <a:lnTo>
                    <a:pt x="0" y="297615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8" name="Freeform: Shape 1877">
              <a:extLst>
                <a:ext uri="{FF2B5EF4-FFF2-40B4-BE49-F238E27FC236}">
                  <a16:creationId xmlns:a16="http://schemas.microsoft.com/office/drawing/2014/main" id="{79D22E89-1F22-1181-890A-46CBFF2EFADA}"/>
                </a:ext>
              </a:extLst>
            </p:cNvPr>
            <p:cNvSpPr/>
            <p:nvPr/>
          </p:nvSpPr>
          <p:spPr>
            <a:xfrm>
              <a:off x="8486738" y="4426133"/>
              <a:ext cx="299211" cy="399772"/>
            </a:xfrm>
            <a:custGeom>
              <a:avLst/>
              <a:gdLst>
                <a:gd name="connsiteX0" fmla="*/ 99701 w 224978"/>
                <a:gd name="connsiteY0" fmla="*/ 300591 h 300590"/>
                <a:gd name="connsiteX1" fmla="*/ 43991 w 224978"/>
                <a:gd name="connsiteY1" fmla="*/ 285245 h 300590"/>
                <a:gd name="connsiteX2" fmla="*/ 10974 w 224978"/>
                <a:gd name="connsiteY2" fmla="*/ 244044 h 300590"/>
                <a:gd name="connsiteX3" fmla="*/ 0 w 224978"/>
                <a:gd name="connsiteY3" fmla="*/ 186660 h 300590"/>
                <a:gd name="connsiteX4" fmla="*/ 11811 w 224978"/>
                <a:gd name="connsiteY4" fmla="*/ 127602 h 300590"/>
                <a:gd name="connsiteX5" fmla="*/ 46688 w 224978"/>
                <a:gd name="connsiteY5" fmla="*/ 87052 h 300590"/>
                <a:gd name="connsiteX6" fmla="*/ 104258 w 224978"/>
                <a:gd name="connsiteY6" fmla="*/ 72358 h 300590"/>
                <a:gd name="connsiteX7" fmla="*/ 127602 w 224978"/>
                <a:gd name="connsiteY7" fmla="*/ 75055 h 300590"/>
                <a:gd name="connsiteX8" fmla="*/ 149086 w 224978"/>
                <a:gd name="connsiteY8" fmla="*/ 83053 h 300590"/>
                <a:gd name="connsiteX9" fmla="*/ 166106 w 224978"/>
                <a:gd name="connsiteY9" fmla="*/ 96725 h 300590"/>
                <a:gd name="connsiteX10" fmla="*/ 166106 w 224978"/>
                <a:gd name="connsiteY10" fmla="*/ 0 h 300590"/>
                <a:gd name="connsiteX11" fmla="*/ 224978 w 224978"/>
                <a:gd name="connsiteY11" fmla="*/ 0 h 300590"/>
                <a:gd name="connsiteX12" fmla="*/ 224978 w 224978"/>
                <a:gd name="connsiteY12" fmla="*/ 297615 h 300590"/>
                <a:gd name="connsiteX13" fmla="*/ 167780 w 224978"/>
                <a:gd name="connsiteY13" fmla="*/ 297615 h 300590"/>
                <a:gd name="connsiteX14" fmla="*/ 166943 w 224978"/>
                <a:gd name="connsiteY14" fmla="*/ 272782 h 300590"/>
                <a:gd name="connsiteX15" fmla="*/ 148621 w 224978"/>
                <a:gd name="connsiteY15" fmla="*/ 288593 h 300590"/>
                <a:gd name="connsiteX16" fmla="*/ 125742 w 224978"/>
                <a:gd name="connsiteY16" fmla="*/ 297615 h 300590"/>
                <a:gd name="connsiteX17" fmla="*/ 99701 w 224978"/>
                <a:gd name="connsiteY17" fmla="*/ 300591 h 300590"/>
                <a:gd name="connsiteX18" fmla="*/ 111512 w 224978"/>
                <a:gd name="connsiteY18" fmla="*/ 247671 h 300590"/>
                <a:gd name="connsiteX19" fmla="*/ 142390 w 224978"/>
                <a:gd name="connsiteY19" fmla="*/ 238836 h 300590"/>
                <a:gd name="connsiteX20" fmla="*/ 160247 w 224978"/>
                <a:gd name="connsiteY20" fmla="*/ 216143 h 300590"/>
                <a:gd name="connsiteX21" fmla="*/ 166106 w 224978"/>
                <a:gd name="connsiteY21" fmla="*/ 186288 h 300590"/>
                <a:gd name="connsiteX22" fmla="*/ 160433 w 224978"/>
                <a:gd name="connsiteY22" fmla="*/ 156248 h 300590"/>
                <a:gd name="connsiteX23" fmla="*/ 142762 w 224978"/>
                <a:gd name="connsiteY23" fmla="*/ 134392 h 300590"/>
                <a:gd name="connsiteX24" fmla="*/ 111420 w 224978"/>
                <a:gd name="connsiteY24" fmla="*/ 126207 h 300590"/>
                <a:gd name="connsiteX25" fmla="*/ 80263 w 224978"/>
                <a:gd name="connsiteY25" fmla="*/ 135043 h 300590"/>
                <a:gd name="connsiteX26" fmla="*/ 63615 w 224978"/>
                <a:gd name="connsiteY26" fmla="*/ 157922 h 300590"/>
                <a:gd name="connsiteX27" fmla="*/ 58779 w 224978"/>
                <a:gd name="connsiteY27" fmla="*/ 187962 h 300590"/>
                <a:gd name="connsiteX28" fmla="*/ 61476 w 224978"/>
                <a:gd name="connsiteY28" fmla="*/ 210469 h 300590"/>
                <a:gd name="connsiteX29" fmla="*/ 70498 w 224978"/>
                <a:gd name="connsiteY29" fmla="*/ 229628 h 300590"/>
                <a:gd name="connsiteX30" fmla="*/ 86866 w 224978"/>
                <a:gd name="connsiteY30" fmla="*/ 242835 h 300590"/>
                <a:gd name="connsiteX31" fmla="*/ 111233 w 224978"/>
                <a:gd name="connsiteY31" fmla="*/ 247671 h 3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4978" h="300590">
                  <a:moveTo>
                    <a:pt x="99701" y="300591"/>
                  </a:moveTo>
                  <a:cubicBezTo>
                    <a:pt x="77287" y="300591"/>
                    <a:pt x="58686" y="295475"/>
                    <a:pt x="43991" y="285245"/>
                  </a:cubicBezTo>
                  <a:cubicBezTo>
                    <a:pt x="29296" y="275014"/>
                    <a:pt x="18229" y="261250"/>
                    <a:pt x="10974" y="244044"/>
                  </a:cubicBezTo>
                  <a:cubicBezTo>
                    <a:pt x="3720" y="226838"/>
                    <a:pt x="0" y="207679"/>
                    <a:pt x="0" y="186660"/>
                  </a:cubicBezTo>
                  <a:cubicBezTo>
                    <a:pt x="0" y="164525"/>
                    <a:pt x="3906" y="144808"/>
                    <a:pt x="11811" y="127602"/>
                  </a:cubicBezTo>
                  <a:cubicBezTo>
                    <a:pt x="19624" y="110396"/>
                    <a:pt x="31250" y="96818"/>
                    <a:pt x="46688" y="87052"/>
                  </a:cubicBezTo>
                  <a:cubicBezTo>
                    <a:pt x="62127" y="77287"/>
                    <a:pt x="81286" y="72358"/>
                    <a:pt x="104258" y="72358"/>
                  </a:cubicBezTo>
                  <a:cubicBezTo>
                    <a:pt x="112070" y="72358"/>
                    <a:pt x="119883" y="73288"/>
                    <a:pt x="127602" y="75055"/>
                  </a:cubicBezTo>
                  <a:cubicBezTo>
                    <a:pt x="135322" y="76915"/>
                    <a:pt x="142483" y="79519"/>
                    <a:pt x="149086" y="83053"/>
                  </a:cubicBezTo>
                  <a:cubicBezTo>
                    <a:pt x="155690" y="86587"/>
                    <a:pt x="161363" y="91144"/>
                    <a:pt x="166106" y="96725"/>
                  </a:cubicBezTo>
                  <a:lnTo>
                    <a:pt x="166106" y="0"/>
                  </a:lnTo>
                  <a:lnTo>
                    <a:pt x="224978" y="0"/>
                  </a:lnTo>
                  <a:lnTo>
                    <a:pt x="224978" y="297615"/>
                  </a:lnTo>
                  <a:lnTo>
                    <a:pt x="167780" y="297615"/>
                  </a:lnTo>
                  <a:lnTo>
                    <a:pt x="166943" y="272782"/>
                  </a:lnTo>
                  <a:cubicBezTo>
                    <a:pt x="161921" y="279200"/>
                    <a:pt x="155783" y="284501"/>
                    <a:pt x="148621" y="288593"/>
                  </a:cubicBezTo>
                  <a:cubicBezTo>
                    <a:pt x="141460" y="292685"/>
                    <a:pt x="133834" y="295661"/>
                    <a:pt x="125742" y="297615"/>
                  </a:cubicBezTo>
                  <a:cubicBezTo>
                    <a:pt x="117651" y="299568"/>
                    <a:pt x="108908" y="300591"/>
                    <a:pt x="99701" y="300591"/>
                  </a:cubicBezTo>
                  <a:close/>
                  <a:moveTo>
                    <a:pt x="111512" y="247671"/>
                  </a:moveTo>
                  <a:cubicBezTo>
                    <a:pt x="124161" y="247671"/>
                    <a:pt x="134392" y="244695"/>
                    <a:pt x="142390" y="238836"/>
                  </a:cubicBezTo>
                  <a:cubicBezTo>
                    <a:pt x="150389" y="232976"/>
                    <a:pt x="156341" y="225350"/>
                    <a:pt x="160247" y="216143"/>
                  </a:cubicBezTo>
                  <a:cubicBezTo>
                    <a:pt x="164153" y="206935"/>
                    <a:pt x="166106" y="196984"/>
                    <a:pt x="166106" y="186288"/>
                  </a:cubicBezTo>
                  <a:cubicBezTo>
                    <a:pt x="166106" y="175593"/>
                    <a:pt x="164246" y="165362"/>
                    <a:pt x="160433" y="156248"/>
                  </a:cubicBezTo>
                  <a:cubicBezTo>
                    <a:pt x="156620" y="147133"/>
                    <a:pt x="150760" y="139879"/>
                    <a:pt x="142762" y="134392"/>
                  </a:cubicBezTo>
                  <a:cubicBezTo>
                    <a:pt x="134764" y="128904"/>
                    <a:pt x="124347" y="126207"/>
                    <a:pt x="111420" y="126207"/>
                  </a:cubicBezTo>
                  <a:cubicBezTo>
                    <a:pt x="98492" y="126207"/>
                    <a:pt x="88168" y="129183"/>
                    <a:pt x="80263" y="135043"/>
                  </a:cubicBezTo>
                  <a:cubicBezTo>
                    <a:pt x="72451" y="140902"/>
                    <a:pt x="66870" y="148528"/>
                    <a:pt x="63615" y="157922"/>
                  </a:cubicBezTo>
                  <a:cubicBezTo>
                    <a:pt x="60360" y="167315"/>
                    <a:pt x="58779" y="177360"/>
                    <a:pt x="58779" y="187962"/>
                  </a:cubicBezTo>
                  <a:cubicBezTo>
                    <a:pt x="58779" y="195775"/>
                    <a:pt x="59709" y="203308"/>
                    <a:pt x="61476" y="210469"/>
                  </a:cubicBezTo>
                  <a:cubicBezTo>
                    <a:pt x="63336" y="217631"/>
                    <a:pt x="66312" y="223955"/>
                    <a:pt x="70498" y="229628"/>
                  </a:cubicBezTo>
                  <a:cubicBezTo>
                    <a:pt x="74683" y="235209"/>
                    <a:pt x="80170" y="239673"/>
                    <a:pt x="86866" y="242835"/>
                  </a:cubicBezTo>
                  <a:cubicBezTo>
                    <a:pt x="93563" y="246090"/>
                    <a:pt x="101747" y="247671"/>
                    <a:pt x="111233" y="247671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838DB44-096D-3ACB-A046-51A26E29DF8B}"/>
              </a:ext>
            </a:extLst>
          </p:cNvPr>
          <p:cNvSpPr txBox="1"/>
          <p:nvPr userDrawn="1"/>
        </p:nvSpPr>
        <p:spPr>
          <a:xfrm>
            <a:off x="3532472" y="1838815"/>
            <a:ext cx="512664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0" dirty="0">
                <a:latin typeface="Be Vietnam Pro Medium" pitchFamily="2" charset="0"/>
              </a:rPr>
              <a:t>Thank You</a:t>
            </a:r>
            <a:endParaRPr lang="en-IL" sz="7500" dirty="0">
              <a:latin typeface="Be Vietnam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4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/>
          <p:cNvSpPr>
            <a:spLocks noChangeAspect="1" noChangeArrowheads="1" noTextEdit="1"/>
          </p:cNvSpPr>
          <p:nvPr userDrawn="1"/>
        </p:nvSpPr>
        <p:spPr bwMode="auto">
          <a:xfrm>
            <a:off x="1" y="0"/>
            <a:ext cx="12214221" cy="6861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36E5C0C-F97B-1108-F29F-3F076778D22D}"/>
              </a:ext>
            </a:extLst>
          </p:cNvPr>
          <p:cNvGrpSpPr/>
          <p:nvPr userDrawn="1"/>
        </p:nvGrpSpPr>
        <p:grpSpPr>
          <a:xfrm>
            <a:off x="3593207" y="4266549"/>
            <a:ext cx="975440" cy="975440"/>
            <a:chOff x="4298420" y="3446394"/>
            <a:chExt cx="661797" cy="661797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97A849A-0241-2B6D-AB0C-D347879C8589}"/>
                </a:ext>
              </a:extLst>
            </p:cNvPr>
            <p:cNvSpPr/>
            <p:nvPr/>
          </p:nvSpPr>
          <p:spPr>
            <a:xfrm>
              <a:off x="4298420" y="3446394"/>
              <a:ext cx="661797" cy="661797"/>
            </a:xfrm>
            <a:custGeom>
              <a:avLst/>
              <a:gdLst>
                <a:gd name="connsiteX0" fmla="*/ 661797 w 661797"/>
                <a:gd name="connsiteY0" fmla="*/ 330899 h 661797"/>
                <a:gd name="connsiteX1" fmla="*/ 330899 w 661797"/>
                <a:gd name="connsiteY1" fmla="*/ 661797 h 661797"/>
                <a:gd name="connsiteX2" fmla="*/ 0 w 661797"/>
                <a:gd name="connsiteY2" fmla="*/ 330899 h 661797"/>
                <a:gd name="connsiteX3" fmla="*/ 330899 w 661797"/>
                <a:gd name="connsiteY3" fmla="*/ 0 h 661797"/>
                <a:gd name="connsiteX4" fmla="*/ 661797 w 661797"/>
                <a:gd name="connsiteY4" fmla="*/ 330899 h 661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1797" h="661797">
                  <a:moveTo>
                    <a:pt x="661797" y="330899"/>
                  </a:moveTo>
                  <a:cubicBezTo>
                    <a:pt x="661797" y="513649"/>
                    <a:pt x="513649" y="661797"/>
                    <a:pt x="330899" y="661797"/>
                  </a:cubicBezTo>
                  <a:cubicBezTo>
                    <a:pt x="148148" y="661797"/>
                    <a:pt x="0" y="513649"/>
                    <a:pt x="0" y="330899"/>
                  </a:cubicBezTo>
                  <a:cubicBezTo>
                    <a:pt x="0" y="148148"/>
                    <a:pt x="148148" y="0"/>
                    <a:pt x="330899" y="0"/>
                  </a:cubicBezTo>
                  <a:cubicBezTo>
                    <a:pt x="513649" y="0"/>
                    <a:pt x="661797" y="148148"/>
                    <a:pt x="661797" y="33089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grpSp>
          <p:nvGrpSpPr>
            <p:cNvPr id="42" name="Graphic 38">
              <a:extLst>
                <a:ext uri="{FF2B5EF4-FFF2-40B4-BE49-F238E27FC236}">
                  <a16:creationId xmlns:a16="http://schemas.microsoft.com/office/drawing/2014/main" id="{F8CB597A-8004-6411-06F1-F44D5BE92CE1}"/>
                </a:ext>
              </a:extLst>
            </p:cNvPr>
            <p:cNvGrpSpPr/>
            <p:nvPr/>
          </p:nvGrpSpPr>
          <p:grpSpPr>
            <a:xfrm>
              <a:off x="4493111" y="3642990"/>
              <a:ext cx="373669" cy="373951"/>
              <a:chOff x="4493111" y="3642990"/>
              <a:chExt cx="373669" cy="373951"/>
            </a:xfrm>
            <a:solidFill>
              <a:srgbClr val="FFFFFF"/>
            </a:solidFill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27F341C6-7C3F-F3F7-450B-555C51EC367E}"/>
                  </a:ext>
                </a:extLst>
              </p:cNvPr>
              <p:cNvSpPr/>
              <p:nvPr/>
            </p:nvSpPr>
            <p:spPr>
              <a:xfrm>
                <a:off x="4584265" y="3734429"/>
                <a:ext cx="282514" cy="282511"/>
              </a:xfrm>
              <a:custGeom>
                <a:avLst/>
                <a:gdLst>
                  <a:gd name="connsiteX0" fmla="*/ 95 w 282514"/>
                  <a:gd name="connsiteY0" fmla="*/ 278416 h 282511"/>
                  <a:gd name="connsiteX1" fmla="*/ 95 w 282514"/>
                  <a:gd name="connsiteY1" fmla="*/ 210693 h 282511"/>
                  <a:gd name="connsiteX2" fmla="*/ 4096 w 282514"/>
                  <a:gd name="connsiteY2" fmla="*/ 206692 h 282511"/>
                  <a:gd name="connsiteX3" fmla="*/ 206788 w 282514"/>
                  <a:gd name="connsiteY3" fmla="*/ 4001 h 282511"/>
                  <a:gd name="connsiteX4" fmla="*/ 210788 w 282514"/>
                  <a:gd name="connsiteY4" fmla="*/ 0 h 282511"/>
                  <a:gd name="connsiteX5" fmla="*/ 278511 w 282514"/>
                  <a:gd name="connsiteY5" fmla="*/ 0 h 282511"/>
                  <a:gd name="connsiteX6" fmla="*/ 282511 w 282514"/>
                  <a:gd name="connsiteY6" fmla="*/ 4096 h 282511"/>
                  <a:gd name="connsiteX7" fmla="*/ 4096 w 282514"/>
                  <a:gd name="connsiteY7" fmla="*/ 282512 h 282511"/>
                  <a:gd name="connsiteX8" fmla="*/ 0 w 282514"/>
                  <a:gd name="connsiteY8" fmla="*/ 278511 h 282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2514" h="282511">
                    <a:moveTo>
                      <a:pt x="95" y="278416"/>
                    </a:moveTo>
                    <a:lnTo>
                      <a:pt x="95" y="210693"/>
                    </a:lnTo>
                    <a:cubicBezTo>
                      <a:pt x="95" y="208502"/>
                      <a:pt x="1905" y="206692"/>
                      <a:pt x="4096" y="206692"/>
                    </a:cubicBezTo>
                    <a:cubicBezTo>
                      <a:pt x="114967" y="204597"/>
                      <a:pt x="204692" y="114776"/>
                      <a:pt x="206788" y="4001"/>
                    </a:cubicBezTo>
                    <a:cubicBezTo>
                      <a:pt x="206788" y="1810"/>
                      <a:pt x="208598" y="0"/>
                      <a:pt x="210788" y="0"/>
                    </a:cubicBezTo>
                    <a:lnTo>
                      <a:pt x="278511" y="0"/>
                    </a:lnTo>
                    <a:cubicBezTo>
                      <a:pt x="280702" y="0"/>
                      <a:pt x="282607" y="1810"/>
                      <a:pt x="282511" y="4096"/>
                    </a:cubicBezTo>
                    <a:cubicBezTo>
                      <a:pt x="280321" y="156686"/>
                      <a:pt x="156686" y="280321"/>
                      <a:pt x="4096" y="282512"/>
                    </a:cubicBezTo>
                    <a:cubicBezTo>
                      <a:pt x="1905" y="282512"/>
                      <a:pt x="0" y="280702"/>
                      <a:pt x="0" y="2785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BA0600E-7828-6ECB-1884-53B6489A69B5}"/>
                  </a:ext>
                </a:extLst>
              </p:cNvPr>
              <p:cNvSpPr/>
              <p:nvPr/>
            </p:nvSpPr>
            <p:spPr>
              <a:xfrm>
                <a:off x="4493111" y="3642990"/>
                <a:ext cx="91059" cy="91059"/>
              </a:xfrm>
              <a:custGeom>
                <a:avLst/>
                <a:gdLst>
                  <a:gd name="connsiteX0" fmla="*/ 91059 w 91059"/>
                  <a:gd name="connsiteY0" fmla="*/ 45530 h 91059"/>
                  <a:gd name="connsiteX1" fmla="*/ 45529 w 91059"/>
                  <a:gd name="connsiteY1" fmla="*/ 91059 h 91059"/>
                  <a:gd name="connsiteX2" fmla="*/ 0 w 91059"/>
                  <a:gd name="connsiteY2" fmla="*/ 45530 h 91059"/>
                  <a:gd name="connsiteX3" fmla="*/ 45529 w 91059"/>
                  <a:gd name="connsiteY3" fmla="*/ 0 h 91059"/>
                  <a:gd name="connsiteX4" fmla="*/ 91059 w 91059"/>
                  <a:gd name="connsiteY4" fmla="*/ 45530 h 91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059" h="91059">
                    <a:moveTo>
                      <a:pt x="91059" y="45530"/>
                    </a:moveTo>
                    <a:cubicBezTo>
                      <a:pt x="91059" y="70675"/>
                      <a:pt x="70675" y="91059"/>
                      <a:pt x="45529" y="91059"/>
                    </a:cubicBezTo>
                    <a:cubicBezTo>
                      <a:pt x="20384" y="91059"/>
                      <a:pt x="0" y="70675"/>
                      <a:pt x="0" y="45530"/>
                    </a:cubicBezTo>
                    <a:cubicBezTo>
                      <a:pt x="0" y="20384"/>
                      <a:pt x="20384" y="0"/>
                      <a:pt x="45529" y="0"/>
                    </a:cubicBezTo>
                    <a:cubicBezTo>
                      <a:pt x="70675" y="0"/>
                      <a:pt x="91059" y="20384"/>
                      <a:pt x="91059" y="455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32AF7899-04C7-8DD3-EA05-9BB10351C15A}"/>
                  </a:ext>
                </a:extLst>
              </p:cNvPr>
              <p:cNvSpPr/>
              <p:nvPr/>
            </p:nvSpPr>
            <p:spPr>
              <a:xfrm>
                <a:off x="4636176" y="3642990"/>
                <a:ext cx="91059" cy="91059"/>
              </a:xfrm>
              <a:custGeom>
                <a:avLst/>
                <a:gdLst>
                  <a:gd name="connsiteX0" fmla="*/ 91059 w 91059"/>
                  <a:gd name="connsiteY0" fmla="*/ 45530 h 91059"/>
                  <a:gd name="connsiteX1" fmla="*/ 45530 w 91059"/>
                  <a:gd name="connsiteY1" fmla="*/ 91059 h 91059"/>
                  <a:gd name="connsiteX2" fmla="*/ 0 w 91059"/>
                  <a:gd name="connsiteY2" fmla="*/ 45530 h 91059"/>
                  <a:gd name="connsiteX3" fmla="*/ 45530 w 91059"/>
                  <a:gd name="connsiteY3" fmla="*/ 0 h 91059"/>
                  <a:gd name="connsiteX4" fmla="*/ 91059 w 91059"/>
                  <a:gd name="connsiteY4" fmla="*/ 45530 h 91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059" h="91059">
                    <a:moveTo>
                      <a:pt x="91059" y="45530"/>
                    </a:moveTo>
                    <a:cubicBezTo>
                      <a:pt x="91059" y="70675"/>
                      <a:pt x="70675" y="91059"/>
                      <a:pt x="45530" y="91059"/>
                    </a:cubicBezTo>
                    <a:cubicBezTo>
                      <a:pt x="20384" y="91059"/>
                      <a:pt x="0" y="70675"/>
                      <a:pt x="0" y="45530"/>
                    </a:cubicBezTo>
                    <a:cubicBezTo>
                      <a:pt x="0" y="20384"/>
                      <a:pt x="20384" y="0"/>
                      <a:pt x="45530" y="0"/>
                    </a:cubicBezTo>
                    <a:cubicBezTo>
                      <a:pt x="70675" y="0"/>
                      <a:pt x="91059" y="20384"/>
                      <a:pt x="91059" y="455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5" name="Freeform 6"/>
          <p:cNvSpPr>
            <a:spLocks/>
          </p:cNvSpPr>
          <p:nvPr userDrawn="1"/>
        </p:nvSpPr>
        <p:spPr bwMode="auto">
          <a:xfrm>
            <a:off x="1" y="-2115"/>
            <a:ext cx="3185030" cy="4309112"/>
          </a:xfrm>
          <a:custGeom>
            <a:avLst/>
            <a:gdLst>
              <a:gd name="T0" fmla="*/ 1502 w 1502"/>
              <a:gd name="T1" fmla="*/ 0 h 2033"/>
              <a:gd name="T2" fmla="*/ 0 w 1502"/>
              <a:gd name="T3" fmla="*/ 2033 h 2033"/>
              <a:gd name="T4" fmla="*/ 1502 w 1502"/>
              <a:gd name="T5" fmla="*/ 0 h 2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2" h="2033">
                <a:moveTo>
                  <a:pt x="1502" y="0"/>
                </a:moveTo>
                <a:cubicBezTo>
                  <a:pt x="1308" y="1026"/>
                  <a:pt x="783" y="1698"/>
                  <a:pt x="0" y="2033"/>
                </a:cubicBezTo>
                <a:cubicBezTo>
                  <a:pt x="783" y="1698"/>
                  <a:pt x="1308" y="1026"/>
                  <a:pt x="1502" y="0"/>
                </a:cubicBezTo>
              </a:path>
            </a:pathLst>
          </a:custGeom>
          <a:solidFill>
            <a:srgbClr val="B0C8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7723469-8D4B-A0CE-398D-E17B05A3BB31}"/>
              </a:ext>
            </a:extLst>
          </p:cNvPr>
          <p:cNvSpPr/>
          <p:nvPr userDrawn="1"/>
        </p:nvSpPr>
        <p:spPr>
          <a:xfrm>
            <a:off x="965552" y="2122143"/>
            <a:ext cx="3002492" cy="2490684"/>
          </a:xfrm>
          <a:custGeom>
            <a:avLst/>
            <a:gdLst>
              <a:gd name="connsiteX0" fmla="*/ 1550755 w 3002492"/>
              <a:gd name="connsiteY0" fmla="*/ 0 h 2490684"/>
              <a:gd name="connsiteX1" fmla="*/ 1451737 w 3002492"/>
              <a:gd name="connsiteY1" fmla="*/ 0 h 2490684"/>
              <a:gd name="connsiteX2" fmla="*/ 0 w 3002492"/>
              <a:gd name="connsiteY2" fmla="*/ 1252529 h 2490684"/>
              <a:gd name="connsiteX3" fmla="*/ 1451737 w 3002492"/>
              <a:gd name="connsiteY3" fmla="*/ 2490685 h 2490684"/>
              <a:gd name="connsiteX4" fmla="*/ 1550755 w 3002492"/>
              <a:gd name="connsiteY4" fmla="*/ 2490685 h 2490684"/>
              <a:gd name="connsiteX5" fmla="*/ 3002492 w 3002492"/>
              <a:gd name="connsiteY5" fmla="*/ 1252529 h 2490684"/>
              <a:gd name="connsiteX6" fmla="*/ 1550755 w 3002492"/>
              <a:gd name="connsiteY6" fmla="*/ 0 h 24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2492" h="2490684">
                <a:moveTo>
                  <a:pt x="1550755" y="0"/>
                </a:moveTo>
                <a:cubicBezTo>
                  <a:pt x="714423" y="0"/>
                  <a:pt x="2276038" y="0"/>
                  <a:pt x="1451737" y="0"/>
                </a:cubicBezTo>
                <a:cubicBezTo>
                  <a:pt x="469645" y="0"/>
                  <a:pt x="0" y="313026"/>
                  <a:pt x="0" y="1252529"/>
                </a:cubicBezTo>
                <a:cubicBezTo>
                  <a:pt x="0" y="2192033"/>
                  <a:pt x="370094" y="2490685"/>
                  <a:pt x="1451737" y="2490685"/>
                </a:cubicBezTo>
                <a:cubicBezTo>
                  <a:pt x="2278168" y="2490685"/>
                  <a:pt x="635847" y="2490685"/>
                  <a:pt x="1550755" y="2490685"/>
                </a:cubicBezTo>
                <a:cubicBezTo>
                  <a:pt x="2532847" y="2490685"/>
                  <a:pt x="3002492" y="2163392"/>
                  <a:pt x="3002492" y="1252529"/>
                </a:cubicBezTo>
                <a:cubicBezTo>
                  <a:pt x="3002492" y="341667"/>
                  <a:pt x="2518686" y="0"/>
                  <a:pt x="1550755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064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986E46C-0A4F-1716-EA89-8EBB13487386}"/>
              </a:ext>
            </a:extLst>
          </p:cNvPr>
          <p:cNvGrpSpPr/>
          <p:nvPr userDrawn="1"/>
        </p:nvGrpSpPr>
        <p:grpSpPr>
          <a:xfrm>
            <a:off x="1508938" y="2686093"/>
            <a:ext cx="2030373" cy="1494184"/>
            <a:chOff x="1508938" y="2686093"/>
            <a:chExt cx="2030373" cy="1494184"/>
          </a:xfrm>
        </p:grpSpPr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691E54C0-D002-FC35-9A8C-1769423B8E4E}"/>
                </a:ext>
              </a:extLst>
            </p:cNvPr>
            <p:cNvGrpSpPr/>
            <p:nvPr/>
          </p:nvGrpSpPr>
          <p:grpSpPr>
            <a:xfrm>
              <a:off x="1516328" y="2994722"/>
              <a:ext cx="2022983" cy="1185555"/>
              <a:chOff x="1516328" y="2994722"/>
              <a:chExt cx="2022983" cy="1185555"/>
            </a:xfrm>
          </p:grpSpPr>
          <p:grpSp>
            <p:nvGrpSpPr>
              <p:cNvPr id="11" name="Graphic 2">
                <a:extLst>
                  <a:ext uri="{FF2B5EF4-FFF2-40B4-BE49-F238E27FC236}">
                    <a16:creationId xmlns:a16="http://schemas.microsoft.com/office/drawing/2014/main" id="{9DF85A86-DB84-20AE-3BAC-FD8FCE4F4B46}"/>
                  </a:ext>
                </a:extLst>
              </p:cNvPr>
              <p:cNvGrpSpPr/>
              <p:nvPr/>
            </p:nvGrpSpPr>
            <p:grpSpPr>
              <a:xfrm>
                <a:off x="1516328" y="2994722"/>
                <a:ext cx="1912651" cy="714163"/>
                <a:chOff x="1516328" y="2994722"/>
                <a:chExt cx="1912651" cy="714163"/>
              </a:xfrm>
            </p:grpSpPr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CC4378AF-B33F-DE86-BD32-7C0A10EFB39B}"/>
                    </a:ext>
                  </a:extLst>
                </p:cNvPr>
                <p:cNvSpPr/>
                <p:nvPr/>
              </p:nvSpPr>
              <p:spPr>
                <a:xfrm>
                  <a:off x="2131566" y="2994722"/>
                  <a:ext cx="161637" cy="161637"/>
                </a:xfrm>
                <a:custGeom>
                  <a:avLst/>
                  <a:gdLst>
                    <a:gd name="connsiteX0" fmla="*/ 86089 w 161637"/>
                    <a:gd name="connsiteY0" fmla="*/ 167 h 161637"/>
                    <a:gd name="connsiteX1" fmla="*/ 167 w 161637"/>
                    <a:gd name="connsiteY1" fmla="*/ 86089 h 161637"/>
                    <a:gd name="connsiteX2" fmla="*/ 75548 w 161637"/>
                    <a:gd name="connsiteY2" fmla="*/ 161471 h 161637"/>
                    <a:gd name="connsiteX3" fmla="*/ 161471 w 161637"/>
                    <a:gd name="connsiteY3" fmla="*/ 75548 h 161637"/>
                    <a:gd name="connsiteX4" fmla="*/ 86089 w 161637"/>
                    <a:gd name="connsiteY4" fmla="*/ 167 h 161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1637" h="161637">
                      <a:moveTo>
                        <a:pt x="86089" y="167"/>
                      </a:moveTo>
                      <a:cubicBezTo>
                        <a:pt x="37325" y="-2921"/>
                        <a:pt x="-2921" y="37325"/>
                        <a:pt x="167" y="86089"/>
                      </a:cubicBezTo>
                      <a:cubicBezTo>
                        <a:pt x="2722" y="126335"/>
                        <a:pt x="35302" y="158915"/>
                        <a:pt x="75548" y="161471"/>
                      </a:cubicBezTo>
                      <a:cubicBezTo>
                        <a:pt x="124312" y="164558"/>
                        <a:pt x="164558" y="124312"/>
                        <a:pt x="161471" y="75548"/>
                      </a:cubicBezTo>
                      <a:cubicBezTo>
                        <a:pt x="158915" y="35302"/>
                        <a:pt x="126335" y="2722"/>
                        <a:pt x="86089" y="1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06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3" name="Graphic 2">
                  <a:extLst>
                    <a:ext uri="{FF2B5EF4-FFF2-40B4-BE49-F238E27FC236}">
                      <a16:creationId xmlns:a16="http://schemas.microsoft.com/office/drawing/2014/main" id="{A174D3CF-6A67-F6D5-A912-CCDEF02462FD}"/>
                    </a:ext>
                  </a:extLst>
                </p:cNvPr>
                <p:cNvGrpSpPr/>
                <p:nvPr/>
              </p:nvGrpSpPr>
              <p:grpSpPr>
                <a:xfrm>
                  <a:off x="1516328" y="3030876"/>
                  <a:ext cx="1912651" cy="678009"/>
                  <a:chOff x="1516328" y="3030876"/>
                  <a:chExt cx="1912651" cy="678009"/>
                </a:xfrm>
                <a:solidFill>
                  <a:srgbClr val="000000"/>
                </a:solidFill>
              </p:grpSpPr>
              <p:sp>
                <p:nvSpPr>
                  <p:cNvPr id="15" name="Freeform: Shape 14">
                    <a:extLst>
                      <a:ext uri="{FF2B5EF4-FFF2-40B4-BE49-F238E27FC236}">
                        <a16:creationId xmlns:a16="http://schemas.microsoft.com/office/drawing/2014/main" id="{F1393FF3-FF76-4349-8131-874E8860ECC9}"/>
                      </a:ext>
                    </a:extLst>
                  </p:cNvPr>
                  <p:cNvSpPr/>
                  <p:nvPr/>
                </p:nvSpPr>
                <p:spPr>
                  <a:xfrm>
                    <a:off x="1516328" y="3045569"/>
                    <a:ext cx="532569" cy="648730"/>
                  </a:xfrm>
                  <a:custGeom>
                    <a:avLst/>
                    <a:gdLst>
                      <a:gd name="connsiteX0" fmla="*/ 524691 w 532569"/>
                      <a:gd name="connsiteY0" fmla="*/ 0 h 648730"/>
                      <a:gd name="connsiteX1" fmla="*/ 394689 w 532569"/>
                      <a:gd name="connsiteY1" fmla="*/ 0 h 648730"/>
                      <a:gd name="connsiteX2" fmla="*/ 386917 w 532569"/>
                      <a:gd name="connsiteY2" fmla="*/ 7772 h 648730"/>
                      <a:gd name="connsiteX3" fmla="*/ 386917 w 532569"/>
                      <a:gd name="connsiteY3" fmla="*/ 389153 h 648730"/>
                      <a:gd name="connsiteX4" fmla="*/ 382126 w 532569"/>
                      <a:gd name="connsiteY4" fmla="*/ 390431 h 648730"/>
                      <a:gd name="connsiteX5" fmla="*/ 157045 w 532569"/>
                      <a:gd name="connsiteY5" fmla="*/ 3833 h 648730"/>
                      <a:gd name="connsiteX6" fmla="*/ 150338 w 532569"/>
                      <a:gd name="connsiteY6" fmla="*/ 0 h 648730"/>
                      <a:gd name="connsiteX7" fmla="*/ 7772 w 532569"/>
                      <a:gd name="connsiteY7" fmla="*/ 0 h 648730"/>
                      <a:gd name="connsiteX8" fmla="*/ 0 w 532569"/>
                      <a:gd name="connsiteY8" fmla="*/ 7772 h 648730"/>
                      <a:gd name="connsiteX9" fmla="*/ 0 w 532569"/>
                      <a:gd name="connsiteY9" fmla="*/ 640958 h 648730"/>
                      <a:gd name="connsiteX10" fmla="*/ 7772 w 532569"/>
                      <a:gd name="connsiteY10" fmla="*/ 648730 h 648730"/>
                      <a:gd name="connsiteX11" fmla="*/ 137774 w 532569"/>
                      <a:gd name="connsiteY11" fmla="*/ 648730 h 648730"/>
                      <a:gd name="connsiteX12" fmla="*/ 145546 w 532569"/>
                      <a:gd name="connsiteY12" fmla="*/ 640958 h 648730"/>
                      <a:gd name="connsiteX13" fmla="*/ 145546 w 532569"/>
                      <a:gd name="connsiteY13" fmla="*/ 261068 h 648730"/>
                      <a:gd name="connsiteX14" fmla="*/ 150338 w 532569"/>
                      <a:gd name="connsiteY14" fmla="*/ 259790 h 648730"/>
                      <a:gd name="connsiteX15" fmla="*/ 375418 w 532569"/>
                      <a:gd name="connsiteY15" fmla="*/ 644897 h 648730"/>
                      <a:gd name="connsiteX16" fmla="*/ 382126 w 532569"/>
                      <a:gd name="connsiteY16" fmla="*/ 648730 h 648730"/>
                      <a:gd name="connsiteX17" fmla="*/ 524797 w 532569"/>
                      <a:gd name="connsiteY17" fmla="*/ 648730 h 648730"/>
                      <a:gd name="connsiteX18" fmla="*/ 532570 w 532569"/>
                      <a:gd name="connsiteY18" fmla="*/ 640958 h 648730"/>
                      <a:gd name="connsiteX19" fmla="*/ 532570 w 532569"/>
                      <a:gd name="connsiteY19" fmla="*/ 7772 h 648730"/>
                      <a:gd name="connsiteX20" fmla="*/ 524797 w 532569"/>
                      <a:gd name="connsiteY20" fmla="*/ 0 h 648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32569" h="648730">
                        <a:moveTo>
                          <a:pt x="524691" y="0"/>
                        </a:moveTo>
                        <a:lnTo>
                          <a:pt x="394689" y="0"/>
                        </a:lnTo>
                        <a:cubicBezTo>
                          <a:pt x="390430" y="0"/>
                          <a:pt x="386917" y="3513"/>
                          <a:pt x="386917" y="7772"/>
                        </a:cubicBezTo>
                        <a:lnTo>
                          <a:pt x="386917" y="389153"/>
                        </a:lnTo>
                        <a:cubicBezTo>
                          <a:pt x="386917" y="391815"/>
                          <a:pt x="383403" y="392773"/>
                          <a:pt x="382126" y="390431"/>
                        </a:cubicBezTo>
                        <a:lnTo>
                          <a:pt x="157045" y="3833"/>
                        </a:lnTo>
                        <a:cubicBezTo>
                          <a:pt x="155661" y="1491"/>
                          <a:pt x="153106" y="0"/>
                          <a:pt x="150338" y="0"/>
                        </a:cubicBezTo>
                        <a:lnTo>
                          <a:pt x="7772" y="0"/>
                        </a:lnTo>
                        <a:cubicBezTo>
                          <a:pt x="3514" y="0"/>
                          <a:pt x="0" y="3513"/>
                          <a:pt x="0" y="7772"/>
                        </a:cubicBezTo>
                        <a:lnTo>
                          <a:pt x="0" y="640958"/>
                        </a:lnTo>
                        <a:cubicBezTo>
                          <a:pt x="0" y="645217"/>
                          <a:pt x="3514" y="648730"/>
                          <a:pt x="7772" y="648730"/>
                        </a:cubicBezTo>
                        <a:lnTo>
                          <a:pt x="137774" y="648730"/>
                        </a:lnTo>
                        <a:cubicBezTo>
                          <a:pt x="142033" y="648730"/>
                          <a:pt x="145546" y="645217"/>
                          <a:pt x="145546" y="640958"/>
                        </a:cubicBezTo>
                        <a:lnTo>
                          <a:pt x="145546" y="261068"/>
                        </a:lnTo>
                        <a:cubicBezTo>
                          <a:pt x="145546" y="258406"/>
                          <a:pt x="149060" y="257448"/>
                          <a:pt x="150338" y="259790"/>
                        </a:cubicBezTo>
                        <a:lnTo>
                          <a:pt x="375418" y="644897"/>
                        </a:lnTo>
                        <a:cubicBezTo>
                          <a:pt x="376802" y="647239"/>
                          <a:pt x="379357" y="648730"/>
                          <a:pt x="382126" y="648730"/>
                        </a:cubicBezTo>
                        <a:lnTo>
                          <a:pt x="524797" y="648730"/>
                        </a:lnTo>
                        <a:cubicBezTo>
                          <a:pt x="529056" y="648730"/>
                          <a:pt x="532570" y="645217"/>
                          <a:pt x="532570" y="640958"/>
                        </a:cubicBezTo>
                        <a:lnTo>
                          <a:pt x="532570" y="7772"/>
                        </a:lnTo>
                        <a:cubicBezTo>
                          <a:pt x="532570" y="3513"/>
                          <a:pt x="529056" y="0"/>
                          <a:pt x="524797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6" name="Freeform: Shape 15">
                    <a:extLst>
                      <a:ext uri="{FF2B5EF4-FFF2-40B4-BE49-F238E27FC236}">
                        <a16:creationId xmlns:a16="http://schemas.microsoft.com/office/drawing/2014/main" id="{E1A503F4-9FBC-8D5D-09E8-6783B60D9CFA}"/>
                      </a:ext>
                    </a:extLst>
                  </p:cNvPr>
                  <p:cNvSpPr/>
                  <p:nvPr/>
                </p:nvSpPr>
                <p:spPr>
                  <a:xfrm>
                    <a:off x="2145467" y="3198598"/>
                    <a:ext cx="134047" cy="495593"/>
                  </a:xfrm>
                  <a:custGeom>
                    <a:avLst/>
                    <a:gdLst>
                      <a:gd name="connsiteX0" fmla="*/ 124571 w 134047"/>
                      <a:gd name="connsiteY0" fmla="*/ 183 h 495593"/>
                      <a:gd name="connsiteX1" fmla="*/ 66970 w 134047"/>
                      <a:gd name="connsiteY1" fmla="*/ 6252 h 495593"/>
                      <a:gd name="connsiteX2" fmla="*/ 9369 w 134047"/>
                      <a:gd name="connsiteY2" fmla="*/ 183 h 495593"/>
                      <a:gd name="connsiteX3" fmla="*/ 0 w 134047"/>
                      <a:gd name="connsiteY3" fmla="*/ 7742 h 495593"/>
                      <a:gd name="connsiteX4" fmla="*/ 0 w 134047"/>
                      <a:gd name="connsiteY4" fmla="*/ 487822 h 495593"/>
                      <a:gd name="connsiteX5" fmla="*/ 7772 w 134047"/>
                      <a:gd name="connsiteY5" fmla="*/ 495594 h 495593"/>
                      <a:gd name="connsiteX6" fmla="*/ 126275 w 134047"/>
                      <a:gd name="connsiteY6" fmla="*/ 495594 h 495593"/>
                      <a:gd name="connsiteX7" fmla="*/ 134047 w 134047"/>
                      <a:gd name="connsiteY7" fmla="*/ 487822 h 495593"/>
                      <a:gd name="connsiteX8" fmla="*/ 134047 w 134047"/>
                      <a:gd name="connsiteY8" fmla="*/ 7742 h 495593"/>
                      <a:gd name="connsiteX9" fmla="*/ 124678 w 134047"/>
                      <a:gd name="connsiteY9" fmla="*/ 183 h 4955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34047" h="495593">
                        <a:moveTo>
                          <a:pt x="124571" y="183"/>
                        </a:moveTo>
                        <a:cubicBezTo>
                          <a:pt x="106365" y="4122"/>
                          <a:pt x="87094" y="6252"/>
                          <a:pt x="66970" y="6252"/>
                        </a:cubicBezTo>
                        <a:cubicBezTo>
                          <a:pt x="46847" y="6252"/>
                          <a:pt x="27576" y="4122"/>
                          <a:pt x="9369" y="183"/>
                        </a:cubicBezTo>
                        <a:cubicBezTo>
                          <a:pt x="4578" y="-882"/>
                          <a:pt x="0" y="2845"/>
                          <a:pt x="0" y="7742"/>
                        </a:cubicBezTo>
                        <a:lnTo>
                          <a:pt x="0" y="487822"/>
                        </a:lnTo>
                        <a:cubicBezTo>
                          <a:pt x="0" y="492081"/>
                          <a:pt x="3514" y="495594"/>
                          <a:pt x="7772" y="495594"/>
                        </a:cubicBezTo>
                        <a:lnTo>
                          <a:pt x="126275" y="495594"/>
                        </a:lnTo>
                        <a:cubicBezTo>
                          <a:pt x="130534" y="495594"/>
                          <a:pt x="134047" y="492081"/>
                          <a:pt x="134047" y="487822"/>
                        </a:cubicBezTo>
                        <a:lnTo>
                          <a:pt x="134047" y="7742"/>
                        </a:lnTo>
                        <a:cubicBezTo>
                          <a:pt x="134047" y="2845"/>
                          <a:pt x="129469" y="-882"/>
                          <a:pt x="124678" y="18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34BD6D15-1D12-0DD0-F540-DB595C8F59D1}"/>
                      </a:ext>
                    </a:extLst>
                  </p:cNvPr>
                  <p:cNvSpPr/>
                  <p:nvPr/>
                </p:nvSpPr>
                <p:spPr>
                  <a:xfrm>
                    <a:off x="3002242" y="3045675"/>
                    <a:ext cx="426737" cy="648730"/>
                  </a:xfrm>
                  <a:custGeom>
                    <a:avLst/>
                    <a:gdLst>
                      <a:gd name="connsiteX0" fmla="*/ 418965 w 426737"/>
                      <a:gd name="connsiteY0" fmla="*/ 529802 h 648730"/>
                      <a:gd name="connsiteX1" fmla="*/ 148208 w 426737"/>
                      <a:gd name="connsiteY1" fmla="*/ 529802 h 648730"/>
                      <a:gd name="connsiteX2" fmla="*/ 145653 w 426737"/>
                      <a:gd name="connsiteY2" fmla="*/ 527246 h 648730"/>
                      <a:gd name="connsiteX3" fmla="*/ 145653 w 426737"/>
                      <a:gd name="connsiteY3" fmla="*/ 386278 h 648730"/>
                      <a:gd name="connsiteX4" fmla="*/ 148208 w 426737"/>
                      <a:gd name="connsiteY4" fmla="*/ 383723 h 648730"/>
                      <a:gd name="connsiteX5" fmla="*/ 369243 w 426737"/>
                      <a:gd name="connsiteY5" fmla="*/ 383723 h 648730"/>
                      <a:gd name="connsiteX6" fmla="*/ 377015 w 426737"/>
                      <a:gd name="connsiteY6" fmla="*/ 375950 h 648730"/>
                      <a:gd name="connsiteX7" fmla="*/ 377015 w 426737"/>
                      <a:gd name="connsiteY7" fmla="*/ 272673 h 648730"/>
                      <a:gd name="connsiteX8" fmla="*/ 369243 w 426737"/>
                      <a:gd name="connsiteY8" fmla="*/ 264901 h 648730"/>
                      <a:gd name="connsiteX9" fmla="*/ 148208 w 426737"/>
                      <a:gd name="connsiteY9" fmla="*/ 264901 h 648730"/>
                      <a:gd name="connsiteX10" fmla="*/ 145653 w 426737"/>
                      <a:gd name="connsiteY10" fmla="*/ 262345 h 648730"/>
                      <a:gd name="connsiteX11" fmla="*/ 145653 w 426737"/>
                      <a:gd name="connsiteY11" fmla="*/ 121377 h 648730"/>
                      <a:gd name="connsiteX12" fmla="*/ 148208 w 426737"/>
                      <a:gd name="connsiteY12" fmla="*/ 118822 h 648730"/>
                      <a:gd name="connsiteX13" fmla="*/ 418965 w 426737"/>
                      <a:gd name="connsiteY13" fmla="*/ 118822 h 648730"/>
                      <a:gd name="connsiteX14" fmla="*/ 426737 w 426737"/>
                      <a:gd name="connsiteY14" fmla="*/ 111050 h 648730"/>
                      <a:gd name="connsiteX15" fmla="*/ 426737 w 426737"/>
                      <a:gd name="connsiteY15" fmla="*/ 7772 h 648730"/>
                      <a:gd name="connsiteX16" fmla="*/ 418965 w 426737"/>
                      <a:gd name="connsiteY16" fmla="*/ 0 h 648730"/>
                      <a:gd name="connsiteX17" fmla="*/ 7773 w 426737"/>
                      <a:gd name="connsiteY17" fmla="*/ 0 h 648730"/>
                      <a:gd name="connsiteX18" fmla="*/ 0 w 426737"/>
                      <a:gd name="connsiteY18" fmla="*/ 7772 h 648730"/>
                      <a:gd name="connsiteX19" fmla="*/ 0 w 426737"/>
                      <a:gd name="connsiteY19" fmla="*/ 640958 h 648730"/>
                      <a:gd name="connsiteX20" fmla="*/ 7773 w 426737"/>
                      <a:gd name="connsiteY20" fmla="*/ 648730 h 648730"/>
                      <a:gd name="connsiteX21" fmla="*/ 418965 w 426737"/>
                      <a:gd name="connsiteY21" fmla="*/ 648730 h 648730"/>
                      <a:gd name="connsiteX22" fmla="*/ 426737 w 426737"/>
                      <a:gd name="connsiteY22" fmla="*/ 640958 h 648730"/>
                      <a:gd name="connsiteX23" fmla="*/ 426737 w 426737"/>
                      <a:gd name="connsiteY23" fmla="*/ 537681 h 648730"/>
                      <a:gd name="connsiteX24" fmla="*/ 418965 w 426737"/>
                      <a:gd name="connsiteY24" fmla="*/ 529908 h 648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426737" h="648730">
                        <a:moveTo>
                          <a:pt x="418965" y="529802"/>
                        </a:moveTo>
                        <a:lnTo>
                          <a:pt x="148208" y="529802"/>
                        </a:lnTo>
                        <a:cubicBezTo>
                          <a:pt x="146824" y="529802"/>
                          <a:pt x="145653" y="528630"/>
                          <a:pt x="145653" y="527246"/>
                        </a:cubicBezTo>
                        <a:lnTo>
                          <a:pt x="145653" y="386278"/>
                        </a:lnTo>
                        <a:cubicBezTo>
                          <a:pt x="145653" y="384894"/>
                          <a:pt x="146824" y="383723"/>
                          <a:pt x="148208" y="383723"/>
                        </a:cubicBezTo>
                        <a:lnTo>
                          <a:pt x="369243" y="383723"/>
                        </a:lnTo>
                        <a:cubicBezTo>
                          <a:pt x="373502" y="383723"/>
                          <a:pt x="377015" y="380209"/>
                          <a:pt x="377015" y="375950"/>
                        </a:cubicBezTo>
                        <a:lnTo>
                          <a:pt x="377015" y="272673"/>
                        </a:lnTo>
                        <a:cubicBezTo>
                          <a:pt x="377015" y="268414"/>
                          <a:pt x="373502" y="264901"/>
                          <a:pt x="369243" y="264901"/>
                        </a:cubicBezTo>
                        <a:lnTo>
                          <a:pt x="148208" y="264901"/>
                        </a:lnTo>
                        <a:cubicBezTo>
                          <a:pt x="146824" y="264901"/>
                          <a:pt x="145653" y="263730"/>
                          <a:pt x="145653" y="262345"/>
                        </a:cubicBezTo>
                        <a:lnTo>
                          <a:pt x="145653" y="121377"/>
                        </a:lnTo>
                        <a:cubicBezTo>
                          <a:pt x="145653" y="119993"/>
                          <a:pt x="146824" y="118822"/>
                          <a:pt x="148208" y="118822"/>
                        </a:cubicBezTo>
                        <a:lnTo>
                          <a:pt x="418965" y="118822"/>
                        </a:lnTo>
                        <a:cubicBezTo>
                          <a:pt x="423224" y="118822"/>
                          <a:pt x="426737" y="115309"/>
                          <a:pt x="426737" y="111050"/>
                        </a:cubicBezTo>
                        <a:lnTo>
                          <a:pt x="426737" y="7772"/>
                        </a:lnTo>
                        <a:cubicBezTo>
                          <a:pt x="426737" y="3514"/>
                          <a:pt x="423224" y="0"/>
                          <a:pt x="418965" y="0"/>
                        </a:cubicBezTo>
                        <a:lnTo>
                          <a:pt x="7773" y="0"/>
                        </a:lnTo>
                        <a:cubicBezTo>
                          <a:pt x="3514" y="0"/>
                          <a:pt x="0" y="3514"/>
                          <a:pt x="0" y="7772"/>
                        </a:cubicBezTo>
                        <a:lnTo>
                          <a:pt x="0" y="640958"/>
                        </a:lnTo>
                        <a:cubicBezTo>
                          <a:pt x="0" y="645217"/>
                          <a:pt x="3514" y="648730"/>
                          <a:pt x="7773" y="648730"/>
                        </a:cubicBezTo>
                        <a:lnTo>
                          <a:pt x="418965" y="648730"/>
                        </a:lnTo>
                        <a:cubicBezTo>
                          <a:pt x="423224" y="648730"/>
                          <a:pt x="426737" y="645217"/>
                          <a:pt x="426737" y="640958"/>
                        </a:cubicBezTo>
                        <a:lnTo>
                          <a:pt x="426737" y="537681"/>
                        </a:lnTo>
                        <a:cubicBezTo>
                          <a:pt x="426737" y="533422"/>
                          <a:pt x="423224" y="529908"/>
                          <a:pt x="418965" y="52990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6EEE8214-0FC7-68D2-1FAB-8E965F26B5D3}"/>
                      </a:ext>
                    </a:extLst>
                  </p:cNvPr>
                  <p:cNvSpPr/>
                  <p:nvPr/>
                </p:nvSpPr>
                <p:spPr>
                  <a:xfrm>
                    <a:off x="2362243" y="3030876"/>
                    <a:ext cx="557289" cy="678009"/>
                  </a:xfrm>
                  <a:custGeom>
                    <a:avLst/>
                    <a:gdLst>
                      <a:gd name="connsiteX0" fmla="*/ 549605 w 557289"/>
                      <a:gd name="connsiteY0" fmla="*/ 423011 h 678009"/>
                      <a:gd name="connsiteX1" fmla="*/ 412151 w 557289"/>
                      <a:gd name="connsiteY1" fmla="*/ 423011 h 678009"/>
                      <a:gd name="connsiteX2" fmla="*/ 404485 w 557289"/>
                      <a:gd name="connsiteY2" fmla="*/ 429293 h 678009"/>
                      <a:gd name="connsiteX3" fmla="*/ 368604 w 557289"/>
                      <a:gd name="connsiteY3" fmla="*/ 513085 h 678009"/>
                      <a:gd name="connsiteX4" fmla="*/ 284491 w 557289"/>
                      <a:gd name="connsiteY4" fmla="*/ 548221 h 678009"/>
                      <a:gd name="connsiteX5" fmla="*/ 212517 w 557289"/>
                      <a:gd name="connsiteY5" fmla="*/ 522668 h 678009"/>
                      <a:gd name="connsiteX6" fmla="*/ 166095 w 557289"/>
                      <a:gd name="connsiteY6" fmla="*/ 450480 h 678009"/>
                      <a:gd name="connsiteX7" fmla="*/ 149805 w 557289"/>
                      <a:gd name="connsiteY7" fmla="*/ 339963 h 678009"/>
                      <a:gd name="connsiteX8" fmla="*/ 165244 w 557289"/>
                      <a:gd name="connsiteY8" fmla="*/ 230298 h 678009"/>
                      <a:gd name="connsiteX9" fmla="*/ 211239 w 557289"/>
                      <a:gd name="connsiteY9" fmla="*/ 156300 h 678009"/>
                      <a:gd name="connsiteX10" fmla="*/ 285237 w 557289"/>
                      <a:gd name="connsiteY10" fmla="*/ 129789 h 678009"/>
                      <a:gd name="connsiteX11" fmla="*/ 365516 w 557289"/>
                      <a:gd name="connsiteY11" fmla="*/ 162688 h 678009"/>
                      <a:gd name="connsiteX12" fmla="*/ 403101 w 557289"/>
                      <a:gd name="connsiteY12" fmla="*/ 239986 h 678009"/>
                      <a:gd name="connsiteX13" fmla="*/ 410660 w 557289"/>
                      <a:gd name="connsiteY13" fmla="*/ 246055 h 678009"/>
                      <a:gd name="connsiteX14" fmla="*/ 547582 w 557289"/>
                      <a:gd name="connsiteY14" fmla="*/ 246055 h 678009"/>
                      <a:gd name="connsiteX15" fmla="*/ 555248 w 557289"/>
                      <a:gd name="connsiteY15" fmla="*/ 236792 h 678009"/>
                      <a:gd name="connsiteX16" fmla="*/ 471349 w 557289"/>
                      <a:gd name="connsiteY16" fmla="*/ 63989 h 678009"/>
                      <a:gd name="connsiteX17" fmla="*/ 285237 w 557289"/>
                      <a:gd name="connsiteY17" fmla="*/ 0 h 678009"/>
                      <a:gd name="connsiteX18" fmla="*/ 133835 w 557289"/>
                      <a:gd name="connsiteY18" fmla="*/ 42056 h 678009"/>
                      <a:gd name="connsiteX19" fmla="*/ 34710 w 557289"/>
                      <a:gd name="connsiteY19" fmla="*/ 160346 h 678009"/>
                      <a:gd name="connsiteX20" fmla="*/ 0 w 557289"/>
                      <a:gd name="connsiteY20" fmla="*/ 339857 h 678009"/>
                      <a:gd name="connsiteX21" fmla="*/ 36413 w 557289"/>
                      <a:gd name="connsiteY21" fmla="*/ 522136 h 678009"/>
                      <a:gd name="connsiteX22" fmla="*/ 136816 w 557289"/>
                      <a:gd name="connsiteY22" fmla="*/ 637764 h 678009"/>
                      <a:gd name="connsiteX23" fmla="*/ 282788 w 557289"/>
                      <a:gd name="connsiteY23" fmla="*/ 678010 h 678009"/>
                      <a:gd name="connsiteX24" fmla="*/ 419178 w 557289"/>
                      <a:gd name="connsiteY24" fmla="*/ 647878 h 678009"/>
                      <a:gd name="connsiteX25" fmla="*/ 511169 w 557289"/>
                      <a:gd name="connsiteY25" fmla="*/ 560572 h 678009"/>
                      <a:gd name="connsiteX26" fmla="*/ 557165 w 557289"/>
                      <a:gd name="connsiteY26" fmla="*/ 432167 h 678009"/>
                      <a:gd name="connsiteX27" fmla="*/ 549499 w 557289"/>
                      <a:gd name="connsiteY27" fmla="*/ 423011 h 6780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57289" h="678009">
                        <a:moveTo>
                          <a:pt x="549605" y="423011"/>
                        </a:moveTo>
                        <a:lnTo>
                          <a:pt x="412151" y="423011"/>
                        </a:lnTo>
                        <a:cubicBezTo>
                          <a:pt x="408424" y="423011"/>
                          <a:pt x="405230" y="425673"/>
                          <a:pt x="404485" y="429293"/>
                        </a:cubicBezTo>
                        <a:cubicBezTo>
                          <a:pt x="398097" y="464322"/>
                          <a:pt x="386172" y="492217"/>
                          <a:pt x="368604" y="513085"/>
                        </a:cubicBezTo>
                        <a:cubicBezTo>
                          <a:pt x="348800" y="536509"/>
                          <a:pt x="320798" y="548221"/>
                          <a:pt x="284491" y="548221"/>
                        </a:cubicBezTo>
                        <a:cubicBezTo>
                          <a:pt x="256596" y="548221"/>
                          <a:pt x="232640" y="539703"/>
                          <a:pt x="212517" y="522668"/>
                        </a:cubicBezTo>
                        <a:cubicBezTo>
                          <a:pt x="192394" y="505633"/>
                          <a:pt x="176955" y="481570"/>
                          <a:pt x="166095" y="450480"/>
                        </a:cubicBezTo>
                        <a:cubicBezTo>
                          <a:pt x="155235" y="419391"/>
                          <a:pt x="149805" y="382552"/>
                          <a:pt x="149805" y="339963"/>
                        </a:cubicBezTo>
                        <a:cubicBezTo>
                          <a:pt x="149805" y="298546"/>
                          <a:pt x="154916" y="262026"/>
                          <a:pt x="165244" y="230298"/>
                        </a:cubicBezTo>
                        <a:cubicBezTo>
                          <a:pt x="175571" y="198676"/>
                          <a:pt x="190903" y="173974"/>
                          <a:pt x="211239" y="156300"/>
                        </a:cubicBezTo>
                        <a:cubicBezTo>
                          <a:pt x="231575" y="138626"/>
                          <a:pt x="256277" y="129789"/>
                          <a:pt x="285237" y="129789"/>
                        </a:cubicBezTo>
                        <a:cubicBezTo>
                          <a:pt x="318136" y="129789"/>
                          <a:pt x="344861" y="140755"/>
                          <a:pt x="365516" y="162688"/>
                        </a:cubicBezTo>
                        <a:cubicBezTo>
                          <a:pt x="383616" y="181853"/>
                          <a:pt x="396074" y="207726"/>
                          <a:pt x="403101" y="239986"/>
                        </a:cubicBezTo>
                        <a:cubicBezTo>
                          <a:pt x="403846" y="243500"/>
                          <a:pt x="407040" y="246055"/>
                          <a:pt x="410660" y="246055"/>
                        </a:cubicBezTo>
                        <a:lnTo>
                          <a:pt x="547582" y="246055"/>
                        </a:lnTo>
                        <a:cubicBezTo>
                          <a:pt x="552480" y="246055"/>
                          <a:pt x="556100" y="241584"/>
                          <a:pt x="555248" y="236792"/>
                        </a:cubicBezTo>
                        <a:cubicBezTo>
                          <a:pt x="541620" y="162262"/>
                          <a:pt x="513724" y="104661"/>
                          <a:pt x="471349" y="63989"/>
                        </a:cubicBezTo>
                        <a:cubicBezTo>
                          <a:pt x="427057" y="21401"/>
                          <a:pt x="364984" y="0"/>
                          <a:pt x="285237" y="0"/>
                        </a:cubicBezTo>
                        <a:cubicBezTo>
                          <a:pt x="227210" y="0"/>
                          <a:pt x="176743" y="14054"/>
                          <a:pt x="133835" y="42056"/>
                        </a:cubicBezTo>
                        <a:cubicBezTo>
                          <a:pt x="90927" y="70058"/>
                          <a:pt x="57814" y="109559"/>
                          <a:pt x="34710" y="160346"/>
                        </a:cubicBezTo>
                        <a:cubicBezTo>
                          <a:pt x="11606" y="211239"/>
                          <a:pt x="0" y="271076"/>
                          <a:pt x="0" y="339857"/>
                        </a:cubicBezTo>
                        <a:cubicBezTo>
                          <a:pt x="0" y="408637"/>
                          <a:pt x="12138" y="471881"/>
                          <a:pt x="36413" y="522136"/>
                        </a:cubicBezTo>
                        <a:cubicBezTo>
                          <a:pt x="60689" y="572390"/>
                          <a:pt x="94121" y="610933"/>
                          <a:pt x="136816" y="637764"/>
                        </a:cubicBezTo>
                        <a:cubicBezTo>
                          <a:pt x="179511" y="664594"/>
                          <a:pt x="228168" y="678010"/>
                          <a:pt x="282788" y="678010"/>
                        </a:cubicBezTo>
                        <a:cubicBezTo>
                          <a:pt x="335811" y="678010"/>
                          <a:pt x="381274" y="668001"/>
                          <a:pt x="419178" y="647878"/>
                        </a:cubicBezTo>
                        <a:cubicBezTo>
                          <a:pt x="457082" y="627755"/>
                          <a:pt x="487745" y="598689"/>
                          <a:pt x="511169" y="560572"/>
                        </a:cubicBezTo>
                        <a:cubicBezTo>
                          <a:pt x="533102" y="524904"/>
                          <a:pt x="548434" y="482102"/>
                          <a:pt x="557165" y="432167"/>
                        </a:cubicBezTo>
                        <a:cubicBezTo>
                          <a:pt x="558016" y="427376"/>
                          <a:pt x="554396" y="423011"/>
                          <a:pt x="549499" y="42301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1592CE-2479-3F20-C87F-35DAE0361186}"/>
                  </a:ext>
                </a:extLst>
              </p:cNvPr>
              <p:cNvSpPr txBox="1"/>
              <p:nvPr/>
            </p:nvSpPr>
            <p:spPr>
              <a:xfrm>
                <a:off x="2424867" y="3673599"/>
                <a:ext cx="1114444" cy="5066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62" baseline="0">
                    <a:ln/>
                    <a:solidFill>
                      <a:srgbClr val="FFFFFF"/>
                    </a:solidFill>
                    <a:latin typeface="Onest"/>
                    <a:sym typeface="Onest"/>
                    <a:rtl val="0"/>
                  </a:rPr>
                  <a:t>world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53D0C15-C044-B80A-0A77-733F01680614}"/>
                </a:ext>
              </a:extLst>
            </p:cNvPr>
            <p:cNvGrpSpPr/>
            <p:nvPr userDrawn="1"/>
          </p:nvGrpSpPr>
          <p:grpSpPr>
            <a:xfrm>
              <a:off x="1508938" y="2686093"/>
              <a:ext cx="1200667" cy="215217"/>
              <a:chOff x="2094855" y="1567567"/>
              <a:chExt cx="2604946" cy="466931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1CA8AA4-B022-C1AD-B81A-7144F21A7D82}"/>
                  </a:ext>
                </a:extLst>
              </p:cNvPr>
              <p:cNvSpPr/>
              <p:nvPr/>
            </p:nvSpPr>
            <p:spPr>
              <a:xfrm>
                <a:off x="2094855" y="1567567"/>
                <a:ext cx="417841" cy="466931"/>
              </a:xfrm>
              <a:custGeom>
                <a:avLst/>
                <a:gdLst>
                  <a:gd name="connsiteX0" fmla="*/ 143320 w 272317"/>
                  <a:gd name="connsiteY0" fmla="*/ 304311 h 304310"/>
                  <a:gd name="connsiteX1" fmla="*/ 65382 w 272317"/>
                  <a:gd name="connsiteY1" fmla="*/ 285617 h 304310"/>
                  <a:gd name="connsiteX2" fmla="*/ 16648 w 272317"/>
                  <a:gd name="connsiteY2" fmla="*/ 232883 h 304310"/>
                  <a:gd name="connsiteX3" fmla="*/ 0 w 272317"/>
                  <a:gd name="connsiteY3" fmla="*/ 153458 h 304310"/>
                  <a:gd name="connsiteX4" fmla="*/ 17020 w 272317"/>
                  <a:gd name="connsiteY4" fmla="*/ 72730 h 304310"/>
                  <a:gd name="connsiteX5" fmla="*/ 66033 w 272317"/>
                  <a:gd name="connsiteY5" fmla="*/ 19159 h 304310"/>
                  <a:gd name="connsiteX6" fmla="*/ 142948 w 272317"/>
                  <a:gd name="connsiteY6" fmla="*/ 0 h 304310"/>
                  <a:gd name="connsiteX7" fmla="*/ 203866 w 272317"/>
                  <a:gd name="connsiteY7" fmla="*/ 11533 h 304310"/>
                  <a:gd name="connsiteX8" fmla="*/ 247392 w 272317"/>
                  <a:gd name="connsiteY8" fmla="*/ 45572 h 304310"/>
                  <a:gd name="connsiteX9" fmla="*/ 268225 w 272317"/>
                  <a:gd name="connsiteY9" fmla="*/ 100817 h 304310"/>
                  <a:gd name="connsiteX10" fmla="*/ 210190 w 272317"/>
                  <a:gd name="connsiteY10" fmla="*/ 100817 h 304310"/>
                  <a:gd name="connsiteX11" fmla="*/ 188148 w 272317"/>
                  <a:gd name="connsiteY11" fmla="*/ 68265 h 304310"/>
                  <a:gd name="connsiteX12" fmla="*/ 144250 w 272317"/>
                  <a:gd name="connsiteY12" fmla="*/ 56268 h 304310"/>
                  <a:gd name="connsiteX13" fmla="*/ 96074 w 272317"/>
                  <a:gd name="connsiteY13" fmla="*/ 69939 h 304310"/>
                  <a:gd name="connsiteX14" fmla="*/ 70218 w 272317"/>
                  <a:gd name="connsiteY14" fmla="*/ 105281 h 304310"/>
                  <a:gd name="connsiteX15" fmla="*/ 62220 w 272317"/>
                  <a:gd name="connsiteY15" fmla="*/ 150853 h 304310"/>
                  <a:gd name="connsiteX16" fmla="*/ 70590 w 272317"/>
                  <a:gd name="connsiteY16" fmla="*/ 197914 h 304310"/>
                  <a:gd name="connsiteX17" fmla="*/ 97283 w 272317"/>
                  <a:gd name="connsiteY17" fmla="*/ 234092 h 304310"/>
                  <a:gd name="connsiteX18" fmla="*/ 145459 w 272317"/>
                  <a:gd name="connsiteY18" fmla="*/ 247950 h 304310"/>
                  <a:gd name="connsiteX19" fmla="*/ 176988 w 272317"/>
                  <a:gd name="connsiteY19" fmla="*/ 242742 h 304310"/>
                  <a:gd name="connsiteX20" fmla="*/ 199867 w 272317"/>
                  <a:gd name="connsiteY20" fmla="*/ 227396 h 304310"/>
                  <a:gd name="connsiteX21" fmla="*/ 212236 w 272317"/>
                  <a:gd name="connsiteY21" fmla="*/ 203401 h 304310"/>
                  <a:gd name="connsiteX22" fmla="*/ 272317 w 272317"/>
                  <a:gd name="connsiteY22" fmla="*/ 203401 h 304310"/>
                  <a:gd name="connsiteX23" fmla="*/ 250461 w 272317"/>
                  <a:gd name="connsiteY23" fmla="*/ 258460 h 304310"/>
                  <a:gd name="connsiteX24" fmla="*/ 204610 w 272317"/>
                  <a:gd name="connsiteY24" fmla="*/ 292685 h 304310"/>
                  <a:gd name="connsiteX25" fmla="*/ 143227 w 272317"/>
                  <a:gd name="connsiteY25" fmla="*/ 304218 h 30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72317" h="304310">
                    <a:moveTo>
                      <a:pt x="143320" y="304311"/>
                    </a:moveTo>
                    <a:cubicBezTo>
                      <a:pt x="112815" y="304311"/>
                      <a:pt x="86773" y="298080"/>
                      <a:pt x="65382" y="285617"/>
                    </a:cubicBezTo>
                    <a:cubicBezTo>
                      <a:pt x="43898" y="273154"/>
                      <a:pt x="27715" y="255577"/>
                      <a:pt x="16648" y="232883"/>
                    </a:cubicBezTo>
                    <a:cubicBezTo>
                      <a:pt x="5580" y="210190"/>
                      <a:pt x="0" y="183684"/>
                      <a:pt x="0" y="153458"/>
                    </a:cubicBezTo>
                    <a:cubicBezTo>
                      <a:pt x="0" y="123231"/>
                      <a:pt x="5673" y="95702"/>
                      <a:pt x="17020" y="72730"/>
                    </a:cubicBezTo>
                    <a:cubicBezTo>
                      <a:pt x="28366" y="49757"/>
                      <a:pt x="44735" y="31901"/>
                      <a:pt x="66033" y="19159"/>
                    </a:cubicBezTo>
                    <a:cubicBezTo>
                      <a:pt x="87331" y="6417"/>
                      <a:pt x="113001" y="0"/>
                      <a:pt x="142948" y="0"/>
                    </a:cubicBezTo>
                    <a:cubicBezTo>
                      <a:pt x="165641" y="0"/>
                      <a:pt x="186009" y="3813"/>
                      <a:pt x="203866" y="11533"/>
                    </a:cubicBezTo>
                    <a:cubicBezTo>
                      <a:pt x="221723" y="19252"/>
                      <a:pt x="236325" y="30598"/>
                      <a:pt x="247392" y="45572"/>
                    </a:cubicBezTo>
                    <a:cubicBezTo>
                      <a:pt x="258460" y="60546"/>
                      <a:pt x="265435" y="78961"/>
                      <a:pt x="268225" y="100817"/>
                    </a:cubicBezTo>
                    <a:lnTo>
                      <a:pt x="210190" y="100817"/>
                    </a:lnTo>
                    <a:cubicBezTo>
                      <a:pt x="206563" y="87052"/>
                      <a:pt x="199216" y="76264"/>
                      <a:pt x="188148" y="68265"/>
                    </a:cubicBezTo>
                    <a:cubicBezTo>
                      <a:pt x="177081" y="60267"/>
                      <a:pt x="162479" y="56268"/>
                      <a:pt x="144250" y="56268"/>
                    </a:cubicBezTo>
                    <a:cubicBezTo>
                      <a:pt x="124068" y="56268"/>
                      <a:pt x="108071" y="60825"/>
                      <a:pt x="96074" y="69939"/>
                    </a:cubicBezTo>
                    <a:cubicBezTo>
                      <a:pt x="84169" y="79054"/>
                      <a:pt x="75520" y="90865"/>
                      <a:pt x="70218" y="105281"/>
                    </a:cubicBezTo>
                    <a:cubicBezTo>
                      <a:pt x="64917" y="119697"/>
                      <a:pt x="62220" y="134950"/>
                      <a:pt x="62220" y="150853"/>
                    </a:cubicBezTo>
                    <a:cubicBezTo>
                      <a:pt x="62220" y="166757"/>
                      <a:pt x="65010" y="183126"/>
                      <a:pt x="70590" y="197914"/>
                    </a:cubicBezTo>
                    <a:cubicBezTo>
                      <a:pt x="76171" y="212794"/>
                      <a:pt x="85099" y="224792"/>
                      <a:pt x="97283" y="234092"/>
                    </a:cubicBezTo>
                    <a:cubicBezTo>
                      <a:pt x="109466" y="243393"/>
                      <a:pt x="125556" y="247950"/>
                      <a:pt x="145459" y="247950"/>
                    </a:cubicBezTo>
                    <a:cubicBezTo>
                      <a:pt x="157271" y="247950"/>
                      <a:pt x="167780" y="246183"/>
                      <a:pt x="176988" y="242742"/>
                    </a:cubicBezTo>
                    <a:cubicBezTo>
                      <a:pt x="186195" y="239208"/>
                      <a:pt x="193915" y="234092"/>
                      <a:pt x="199867" y="227396"/>
                    </a:cubicBezTo>
                    <a:cubicBezTo>
                      <a:pt x="205912" y="220700"/>
                      <a:pt x="210004" y="212701"/>
                      <a:pt x="212236" y="203401"/>
                    </a:cubicBezTo>
                    <a:lnTo>
                      <a:pt x="272317" y="203401"/>
                    </a:lnTo>
                    <a:cubicBezTo>
                      <a:pt x="269806" y="224978"/>
                      <a:pt x="262459" y="243300"/>
                      <a:pt x="250461" y="258460"/>
                    </a:cubicBezTo>
                    <a:cubicBezTo>
                      <a:pt x="238371" y="273619"/>
                      <a:pt x="223118" y="285059"/>
                      <a:pt x="204610" y="292685"/>
                    </a:cubicBezTo>
                    <a:cubicBezTo>
                      <a:pt x="186102" y="300405"/>
                      <a:pt x="165641" y="304218"/>
                      <a:pt x="143227" y="304218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297AE8E-B6BD-7A52-DB51-298CD8FB7C32}"/>
                  </a:ext>
                </a:extLst>
              </p:cNvPr>
              <p:cNvSpPr/>
              <p:nvPr/>
            </p:nvSpPr>
            <p:spPr>
              <a:xfrm>
                <a:off x="2568209" y="1683445"/>
                <a:ext cx="211060" cy="345776"/>
              </a:xfrm>
              <a:custGeom>
                <a:avLst/>
                <a:gdLst>
                  <a:gd name="connsiteX0" fmla="*/ 93 w 137553"/>
                  <a:gd name="connsiteY0" fmla="*/ 225350 h 225350"/>
                  <a:gd name="connsiteX1" fmla="*/ 93 w 137553"/>
                  <a:gd name="connsiteY1" fmla="*/ 3813 h 225350"/>
                  <a:gd name="connsiteX2" fmla="*/ 53106 w 137553"/>
                  <a:gd name="connsiteY2" fmla="*/ 3813 h 225350"/>
                  <a:gd name="connsiteX3" fmla="*/ 56919 w 137553"/>
                  <a:gd name="connsiteY3" fmla="*/ 30319 h 225350"/>
                  <a:gd name="connsiteX4" fmla="*/ 75799 w 137553"/>
                  <a:gd name="connsiteY4" fmla="*/ 11161 h 225350"/>
                  <a:gd name="connsiteX5" fmla="*/ 97655 w 137553"/>
                  <a:gd name="connsiteY5" fmla="*/ 2325 h 225350"/>
                  <a:gd name="connsiteX6" fmla="*/ 120813 w 137553"/>
                  <a:gd name="connsiteY6" fmla="*/ 0 h 225350"/>
                  <a:gd name="connsiteX7" fmla="*/ 130857 w 137553"/>
                  <a:gd name="connsiteY7" fmla="*/ 186 h 225350"/>
                  <a:gd name="connsiteX8" fmla="*/ 137554 w 137553"/>
                  <a:gd name="connsiteY8" fmla="*/ 372 h 225350"/>
                  <a:gd name="connsiteX9" fmla="*/ 137554 w 137553"/>
                  <a:gd name="connsiteY9" fmla="*/ 57105 h 225350"/>
                  <a:gd name="connsiteX10" fmla="*/ 123696 w 137553"/>
                  <a:gd name="connsiteY10" fmla="*/ 57105 h 225350"/>
                  <a:gd name="connsiteX11" fmla="*/ 89191 w 137553"/>
                  <a:gd name="connsiteY11" fmla="*/ 63801 h 225350"/>
                  <a:gd name="connsiteX12" fmla="*/ 66684 w 137553"/>
                  <a:gd name="connsiteY12" fmla="*/ 84820 h 225350"/>
                  <a:gd name="connsiteX13" fmla="*/ 58872 w 137553"/>
                  <a:gd name="connsiteY13" fmla="*/ 121371 h 225350"/>
                  <a:gd name="connsiteX14" fmla="*/ 58872 w 137553"/>
                  <a:gd name="connsiteY14" fmla="*/ 225164 h 225350"/>
                  <a:gd name="connsiteX15" fmla="*/ 0 w 137553"/>
                  <a:gd name="connsiteY15" fmla="*/ 225164 h 22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7553" h="225350">
                    <a:moveTo>
                      <a:pt x="93" y="225350"/>
                    </a:moveTo>
                    <a:lnTo>
                      <a:pt x="93" y="3813"/>
                    </a:lnTo>
                    <a:lnTo>
                      <a:pt x="53106" y="3813"/>
                    </a:lnTo>
                    <a:lnTo>
                      <a:pt x="56919" y="30319"/>
                    </a:lnTo>
                    <a:cubicBezTo>
                      <a:pt x="62499" y="21949"/>
                      <a:pt x="68823" y="15532"/>
                      <a:pt x="75799" y="11161"/>
                    </a:cubicBezTo>
                    <a:cubicBezTo>
                      <a:pt x="82774" y="6789"/>
                      <a:pt x="90121" y="3906"/>
                      <a:pt x="97655" y="2325"/>
                    </a:cubicBezTo>
                    <a:cubicBezTo>
                      <a:pt x="105188" y="744"/>
                      <a:pt x="112908" y="0"/>
                      <a:pt x="120813" y="0"/>
                    </a:cubicBezTo>
                    <a:cubicBezTo>
                      <a:pt x="124440" y="0"/>
                      <a:pt x="127788" y="0"/>
                      <a:pt x="130857" y="186"/>
                    </a:cubicBezTo>
                    <a:cubicBezTo>
                      <a:pt x="133927" y="372"/>
                      <a:pt x="136159" y="372"/>
                      <a:pt x="137554" y="372"/>
                    </a:cubicBezTo>
                    <a:lnTo>
                      <a:pt x="137554" y="57105"/>
                    </a:lnTo>
                    <a:lnTo>
                      <a:pt x="123696" y="57105"/>
                    </a:lnTo>
                    <a:cubicBezTo>
                      <a:pt x="110489" y="57105"/>
                      <a:pt x="99050" y="59337"/>
                      <a:pt x="89191" y="63801"/>
                    </a:cubicBezTo>
                    <a:cubicBezTo>
                      <a:pt x="79333" y="68265"/>
                      <a:pt x="71893" y="75334"/>
                      <a:pt x="66684" y="84820"/>
                    </a:cubicBezTo>
                    <a:cubicBezTo>
                      <a:pt x="61476" y="94307"/>
                      <a:pt x="58872" y="106583"/>
                      <a:pt x="58872" y="121371"/>
                    </a:cubicBezTo>
                    <a:lnTo>
                      <a:pt x="58872" y="225164"/>
                    </a:lnTo>
                    <a:lnTo>
                      <a:pt x="0" y="225164"/>
                    </a:ln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B28B566-3B7E-C6D7-254B-320B3AA6D1EF}"/>
                  </a:ext>
                </a:extLst>
              </p:cNvPr>
              <p:cNvSpPr/>
              <p:nvPr/>
            </p:nvSpPr>
            <p:spPr>
              <a:xfrm>
                <a:off x="2803244" y="1683445"/>
                <a:ext cx="325814" cy="350342"/>
              </a:xfrm>
              <a:custGeom>
                <a:avLst/>
                <a:gdLst>
                  <a:gd name="connsiteX0" fmla="*/ 109652 w 212341"/>
                  <a:gd name="connsiteY0" fmla="*/ 228326 h 228326"/>
                  <a:gd name="connsiteX1" fmla="*/ 50408 w 212341"/>
                  <a:gd name="connsiteY1" fmla="*/ 214468 h 228326"/>
                  <a:gd name="connsiteX2" fmla="*/ 13021 w 212341"/>
                  <a:gd name="connsiteY2" fmla="*/ 175128 h 228326"/>
                  <a:gd name="connsiteX3" fmla="*/ 0 w 212341"/>
                  <a:gd name="connsiteY3" fmla="*/ 115605 h 228326"/>
                  <a:gd name="connsiteX4" fmla="*/ 13486 w 212341"/>
                  <a:gd name="connsiteY4" fmla="*/ 55245 h 228326"/>
                  <a:gd name="connsiteX5" fmla="*/ 51525 w 212341"/>
                  <a:gd name="connsiteY5" fmla="*/ 14695 h 228326"/>
                  <a:gd name="connsiteX6" fmla="*/ 109745 w 212341"/>
                  <a:gd name="connsiteY6" fmla="*/ 0 h 228326"/>
                  <a:gd name="connsiteX7" fmla="*/ 154109 w 212341"/>
                  <a:gd name="connsiteY7" fmla="*/ 8370 h 228326"/>
                  <a:gd name="connsiteX8" fmla="*/ 186474 w 212341"/>
                  <a:gd name="connsiteY8" fmla="*/ 31901 h 228326"/>
                  <a:gd name="connsiteX9" fmla="*/ 206191 w 212341"/>
                  <a:gd name="connsiteY9" fmla="*/ 66963 h 228326"/>
                  <a:gd name="connsiteX10" fmla="*/ 212329 w 212341"/>
                  <a:gd name="connsiteY10" fmla="*/ 110024 h 228326"/>
                  <a:gd name="connsiteX11" fmla="*/ 211864 w 212341"/>
                  <a:gd name="connsiteY11" fmla="*/ 121371 h 228326"/>
                  <a:gd name="connsiteX12" fmla="*/ 210190 w 212341"/>
                  <a:gd name="connsiteY12" fmla="*/ 132345 h 228326"/>
                  <a:gd name="connsiteX13" fmla="*/ 58407 w 212341"/>
                  <a:gd name="connsiteY13" fmla="*/ 132345 h 228326"/>
                  <a:gd name="connsiteX14" fmla="*/ 65568 w 212341"/>
                  <a:gd name="connsiteY14" fmla="*/ 155504 h 228326"/>
                  <a:gd name="connsiteX15" fmla="*/ 82216 w 212341"/>
                  <a:gd name="connsiteY15" fmla="*/ 172151 h 228326"/>
                  <a:gd name="connsiteX16" fmla="*/ 108908 w 212341"/>
                  <a:gd name="connsiteY16" fmla="*/ 178290 h 228326"/>
                  <a:gd name="connsiteX17" fmla="*/ 128253 w 212341"/>
                  <a:gd name="connsiteY17" fmla="*/ 175965 h 228326"/>
                  <a:gd name="connsiteX18" fmla="*/ 143413 w 212341"/>
                  <a:gd name="connsiteY18" fmla="*/ 168617 h 228326"/>
                  <a:gd name="connsiteX19" fmla="*/ 152249 w 212341"/>
                  <a:gd name="connsiteY19" fmla="*/ 156806 h 228326"/>
                  <a:gd name="connsiteX20" fmla="*/ 210283 w 212341"/>
                  <a:gd name="connsiteY20" fmla="*/ 156806 h 228326"/>
                  <a:gd name="connsiteX21" fmla="*/ 189915 w 212341"/>
                  <a:gd name="connsiteY21" fmla="*/ 197542 h 228326"/>
                  <a:gd name="connsiteX22" fmla="*/ 153923 w 212341"/>
                  <a:gd name="connsiteY22" fmla="*/ 220886 h 228326"/>
                  <a:gd name="connsiteX23" fmla="*/ 109745 w 212341"/>
                  <a:gd name="connsiteY23" fmla="*/ 228233 h 228326"/>
                  <a:gd name="connsiteX24" fmla="*/ 59616 w 212341"/>
                  <a:gd name="connsiteY24" fmla="*/ 91330 h 228326"/>
                  <a:gd name="connsiteX25" fmla="*/ 155876 w 212341"/>
                  <a:gd name="connsiteY25" fmla="*/ 91330 h 228326"/>
                  <a:gd name="connsiteX26" fmla="*/ 150202 w 212341"/>
                  <a:gd name="connsiteY26" fmla="*/ 70125 h 228326"/>
                  <a:gd name="connsiteX27" fmla="*/ 134671 w 212341"/>
                  <a:gd name="connsiteY27" fmla="*/ 54129 h 228326"/>
                  <a:gd name="connsiteX28" fmla="*/ 108350 w 212341"/>
                  <a:gd name="connsiteY28" fmla="*/ 47990 h 228326"/>
                  <a:gd name="connsiteX29" fmla="*/ 81658 w 212341"/>
                  <a:gd name="connsiteY29" fmla="*/ 54315 h 228326"/>
                  <a:gd name="connsiteX30" fmla="*/ 65661 w 212341"/>
                  <a:gd name="connsiteY30" fmla="*/ 70497 h 228326"/>
                  <a:gd name="connsiteX31" fmla="*/ 59523 w 212341"/>
                  <a:gd name="connsiteY31" fmla="*/ 91330 h 22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2341" h="228326">
                    <a:moveTo>
                      <a:pt x="109652" y="228326"/>
                    </a:moveTo>
                    <a:cubicBezTo>
                      <a:pt x="86401" y="228326"/>
                      <a:pt x="66591" y="223676"/>
                      <a:pt x="50408" y="214468"/>
                    </a:cubicBezTo>
                    <a:cubicBezTo>
                      <a:pt x="34133" y="205261"/>
                      <a:pt x="21670" y="192147"/>
                      <a:pt x="13021" y="175128"/>
                    </a:cubicBezTo>
                    <a:cubicBezTo>
                      <a:pt x="4371" y="158201"/>
                      <a:pt x="0" y="138298"/>
                      <a:pt x="0" y="115605"/>
                    </a:cubicBezTo>
                    <a:cubicBezTo>
                      <a:pt x="0" y="92912"/>
                      <a:pt x="4464" y="72544"/>
                      <a:pt x="13486" y="55245"/>
                    </a:cubicBezTo>
                    <a:cubicBezTo>
                      <a:pt x="22414" y="38039"/>
                      <a:pt x="35156" y="24460"/>
                      <a:pt x="51525" y="14695"/>
                    </a:cubicBezTo>
                    <a:cubicBezTo>
                      <a:pt x="67893" y="4929"/>
                      <a:pt x="87331" y="0"/>
                      <a:pt x="109745" y="0"/>
                    </a:cubicBezTo>
                    <a:cubicBezTo>
                      <a:pt x="126579" y="0"/>
                      <a:pt x="141367" y="2790"/>
                      <a:pt x="154109" y="8370"/>
                    </a:cubicBezTo>
                    <a:cubicBezTo>
                      <a:pt x="166850" y="13951"/>
                      <a:pt x="177639" y="21856"/>
                      <a:pt x="186474" y="31901"/>
                    </a:cubicBezTo>
                    <a:cubicBezTo>
                      <a:pt x="195310" y="41945"/>
                      <a:pt x="201913" y="53664"/>
                      <a:pt x="206191" y="66963"/>
                    </a:cubicBezTo>
                    <a:cubicBezTo>
                      <a:pt x="210562" y="80263"/>
                      <a:pt x="212515" y="94679"/>
                      <a:pt x="212329" y="110024"/>
                    </a:cubicBezTo>
                    <a:cubicBezTo>
                      <a:pt x="212329" y="113931"/>
                      <a:pt x="212143" y="117744"/>
                      <a:pt x="211864" y="121371"/>
                    </a:cubicBezTo>
                    <a:cubicBezTo>
                      <a:pt x="211585" y="124998"/>
                      <a:pt x="211027" y="128625"/>
                      <a:pt x="210190" y="132345"/>
                    </a:cubicBezTo>
                    <a:lnTo>
                      <a:pt x="58407" y="132345"/>
                    </a:lnTo>
                    <a:cubicBezTo>
                      <a:pt x="59244" y="140716"/>
                      <a:pt x="61662" y="148435"/>
                      <a:pt x="65568" y="155504"/>
                    </a:cubicBezTo>
                    <a:cubicBezTo>
                      <a:pt x="69474" y="162572"/>
                      <a:pt x="75055" y="168059"/>
                      <a:pt x="82216" y="172151"/>
                    </a:cubicBezTo>
                    <a:cubicBezTo>
                      <a:pt x="89377" y="176244"/>
                      <a:pt x="98213" y="178290"/>
                      <a:pt x="108908" y="178290"/>
                    </a:cubicBezTo>
                    <a:cubicBezTo>
                      <a:pt x="115884" y="178290"/>
                      <a:pt x="122394" y="177546"/>
                      <a:pt x="128253" y="175965"/>
                    </a:cubicBezTo>
                    <a:cubicBezTo>
                      <a:pt x="134113" y="174384"/>
                      <a:pt x="139228" y="171965"/>
                      <a:pt x="143413" y="168617"/>
                    </a:cubicBezTo>
                    <a:cubicBezTo>
                      <a:pt x="147598" y="165269"/>
                      <a:pt x="150574" y="161363"/>
                      <a:pt x="152249" y="156806"/>
                    </a:cubicBezTo>
                    <a:lnTo>
                      <a:pt x="210283" y="156806"/>
                    </a:lnTo>
                    <a:cubicBezTo>
                      <a:pt x="206656" y="173360"/>
                      <a:pt x="199867" y="186939"/>
                      <a:pt x="189915" y="197542"/>
                    </a:cubicBezTo>
                    <a:cubicBezTo>
                      <a:pt x="179964" y="208237"/>
                      <a:pt x="167966" y="215957"/>
                      <a:pt x="153923" y="220886"/>
                    </a:cubicBezTo>
                    <a:cubicBezTo>
                      <a:pt x="139879" y="225815"/>
                      <a:pt x="125184" y="228233"/>
                      <a:pt x="109745" y="228233"/>
                    </a:cubicBezTo>
                    <a:close/>
                    <a:moveTo>
                      <a:pt x="59616" y="91330"/>
                    </a:moveTo>
                    <a:lnTo>
                      <a:pt x="155876" y="91330"/>
                    </a:lnTo>
                    <a:cubicBezTo>
                      <a:pt x="155597" y="83797"/>
                      <a:pt x="153737" y="76729"/>
                      <a:pt x="150202" y="70125"/>
                    </a:cubicBezTo>
                    <a:cubicBezTo>
                      <a:pt x="146668" y="63522"/>
                      <a:pt x="141553" y="58221"/>
                      <a:pt x="134671" y="54129"/>
                    </a:cubicBezTo>
                    <a:cubicBezTo>
                      <a:pt x="127788" y="50036"/>
                      <a:pt x="119046" y="47990"/>
                      <a:pt x="108350" y="47990"/>
                    </a:cubicBezTo>
                    <a:cubicBezTo>
                      <a:pt x="97655" y="47990"/>
                      <a:pt x="88819" y="50129"/>
                      <a:pt x="81658" y="54315"/>
                    </a:cubicBezTo>
                    <a:cubicBezTo>
                      <a:pt x="74497" y="58500"/>
                      <a:pt x="69195" y="63894"/>
                      <a:pt x="65661" y="70497"/>
                    </a:cubicBezTo>
                    <a:cubicBezTo>
                      <a:pt x="62127" y="77101"/>
                      <a:pt x="60081" y="83983"/>
                      <a:pt x="59523" y="91330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FD6DB04-6A72-77D4-9775-0089CD0003D6}"/>
                  </a:ext>
                </a:extLst>
              </p:cNvPr>
              <p:cNvSpPr/>
              <p:nvPr/>
            </p:nvSpPr>
            <p:spPr>
              <a:xfrm>
                <a:off x="3174707" y="1683587"/>
                <a:ext cx="345348" cy="350199"/>
              </a:xfrm>
              <a:custGeom>
                <a:avLst/>
                <a:gdLst>
                  <a:gd name="connsiteX0" fmla="*/ 99236 w 225071"/>
                  <a:gd name="connsiteY0" fmla="*/ 228233 h 228233"/>
                  <a:gd name="connsiteX1" fmla="*/ 55710 w 225071"/>
                  <a:gd name="connsiteY1" fmla="*/ 219584 h 228233"/>
                  <a:gd name="connsiteX2" fmla="*/ 24646 w 225071"/>
                  <a:gd name="connsiteY2" fmla="*/ 195589 h 228233"/>
                  <a:gd name="connsiteX3" fmla="*/ 6138 w 225071"/>
                  <a:gd name="connsiteY3" fmla="*/ 159875 h 228233"/>
                  <a:gd name="connsiteX4" fmla="*/ 0 w 225071"/>
                  <a:gd name="connsiteY4" fmla="*/ 115512 h 228233"/>
                  <a:gd name="connsiteX5" fmla="*/ 12370 w 225071"/>
                  <a:gd name="connsiteY5" fmla="*/ 55431 h 228233"/>
                  <a:gd name="connsiteX6" fmla="*/ 48362 w 225071"/>
                  <a:gd name="connsiteY6" fmla="*/ 14695 h 228233"/>
                  <a:gd name="connsiteX7" fmla="*/ 105560 w 225071"/>
                  <a:gd name="connsiteY7" fmla="*/ 0 h 228233"/>
                  <a:gd name="connsiteX8" fmla="*/ 140065 w 225071"/>
                  <a:gd name="connsiteY8" fmla="*/ 6138 h 228233"/>
                  <a:gd name="connsiteX9" fmla="*/ 167408 w 225071"/>
                  <a:gd name="connsiteY9" fmla="*/ 24832 h 228233"/>
                  <a:gd name="connsiteX10" fmla="*/ 169547 w 225071"/>
                  <a:gd name="connsiteY10" fmla="*/ 3813 h 228233"/>
                  <a:gd name="connsiteX11" fmla="*/ 225071 w 225071"/>
                  <a:gd name="connsiteY11" fmla="*/ 3813 h 228233"/>
                  <a:gd name="connsiteX12" fmla="*/ 225071 w 225071"/>
                  <a:gd name="connsiteY12" fmla="*/ 225350 h 228233"/>
                  <a:gd name="connsiteX13" fmla="*/ 168338 w 225071"/>
                  <a:gd name="connsiteY13" fmla="*/ 225350 h 228233"/>
                  <a:gd name="connsiteX14" fmla="*/ 167036 w 225071"/>
                  <a:gd name="connsiteY14" fmla="*/ 203494 h 228233"/>
                  <a:gd name="connsiteX15" fmla="*/ 135508 w 225071"/>
                  <a:gd name="connsiteY15" fmla="*/ 222374 h 228233"/>
                  <a:gd name="connsiteX16" fmla="*/ 99329 w 225071"/>
                  <a:gd name="connsiteY16" fmla="*/ 228233 h 228233"/>
                  <a:gd name="connsiteX17" fmla="*/ 112629 w 225071"/>
                  <a:gd name="connsiteY17" fmla="*/ 175314 h 228233"/>
                  <a:gd name="connsiteX18" fmla="*/ 142018 w 225071"/>
                  <a:gd name="connsiteY18" fmla="*/ 166943 h 228233"/>
                  <a:gd name="connsiteX19" fmla="*/ 159875 w 225071"/>
                  <a:gd name="connsiteY19" fmla="*/ 144622 h 228233"/>
                  <a:gd name="connsiteX20" fmla="*/ 166013 w 225071"/>
                  <a:gd name="connsiteY20" fmla="*/ 114396 h 228233"/>
                  <a:gd name="connsiteX21" fmla="*/ 159875 w 225071"/>
                  <a:gd name="connsiteY21" fmla="*/ 83890 h 228233"/>
                  <a:gd name="connsiteX22" fmla="*/ 141832 w 225071"/>
                  <a:gd name="connsiteY22" fmla="*/ 62034 h 228233"/>
                  <a:gd name="connsiteX23" fmla="*/ 111792 w 225071"/>
                  <a:gd name="connsiteY23" fmla="*/ 53850 h 228233"/>
                  <a:gd name="connsiteX24" fmla="*/ 81472 w 225071"/>
                  <a:gd name="connsiteY24" fmla="*/ 62220 h 228233"/>
                  <a:gd name="connsiteX25" fmla="*/ 64266 w 225071"/>
                  <a:gd name="connsiteY25" fmla="*/ 84262 h 228233"/>
                  <a:gd name="connsiteX26" fmla="*/ 58779 w 225071"/>
                  <a:gd name="connsiteY26" fmla="*/ 113931 h 228233"/>
                  <a:gd name="connsiteX27" fmla="*/ 64266 w 225071"/>
                  <a:gd name="connsiteY27" fmla="*/ 143971 h 228233"/>
                  <a:gd name="connsiteX28" fmla="*/ 81472 w 225071"/>
                  <a:gd name="connsiteY28" fmla="*/ 166664 h 228233"/>
                  <a:gd name="connsiteX29" fmla="*/ 112629 w 225071"/>
                  <a:gd name="connsiteY29" fmla="*/ 175314 h 22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25071" h="228233">
                    <a:moveTo>
                      <a:pt x="99236" y="228233"/>
                    </a:moveTo>
                    <a:cubicBezTo>
                      <a:pt x="82681" y="228233"/>
                      <a:pt x="68172" y="225350"/>
                      <a:pt x="55710" y="219584"/>
                    </a:cubicBezTo>
                    <a:cubicBezTo>
                      <a:pt x="43247" y="213817"/>
                      <a:pt x="32831" y="205819"/>
                      <a:pt x="24646" y="195589"/>
                    </a:cubicBezTo>
                    <a:cubicBezTo>
                      <a:pt x="16369" y="185358"/>
                      <a:pt x="10230" y="173453"/>
                      <a:pt x="6138" y="159875"/>
                    </a:cubicBezTo>
                    <a:cubicBezTo>
                      <a:pt x="2046" y="146296"/>
                      <a:pt x="0" y="131508"/>
                      <a:pt x="0" y="115512"/>
                    </a:cubicBezTo>
                    <a:cubicBezTo>
                      <a:pt x="0" y="92819"/>
                      <a:pt x="4092" y="72730"/>
                      <a:pt x="12370" y="55431"/>
                    </a:cubicBezTo>
                    <a:cubicBezTo>
                      <a:pt x="20647" y="38039"/>
                      <a:pt x="32645" y="24460"/>
                      <a:pt x="48362" y="14695"/>
                    </a:cubicBezTo>
                    <a:cubicBezTo>
                      <a:pt x="64080" y="4929"/>
                      <a:pt x="83146" y="0"/>
                      <a:pt x="105560" y="0"/>
                    </a:cubicBezTo>
                    <a:cubicBezTo>
                      <a:pt x="117651" y="0"/>
                      <a:pt x="129090" y="2046"/>
                      <a:pt x="140065" y="6138"/>
                    </a:cubicBezTo>
                    <a:cubicBezTo>
                      <a:pt x="151039" y="10231"/>
                      <a:pt x="160061" y="16462"/>
                      <a:pt x="167408" y="24832"/>
                    </a:cubicBezTo>
                    <a:lnTo>
                      <a:pt x="169547" y="3813"/>
                    </a:lnTo>
                    <a:lnTo>
                      <a:pt x="225071" y="3813"/>
                    </a:lnTo>
                    <a:lnTo>
                      <a:pt x="225071" y="225350"/>
                    </a:lnTo>
                    <a:lnTo>
                      <a:pt x="168338" y="225350"/>
                    </a:lnTo>
                    <a:lnTo>
                      <a:pt x="167036" y="203494"/>
                    </a:lnTo>
                    <a:cubicBezTo>
                      <a:pt x="157829" y="212143"/>
                      <a:pt x="147319" y="218468"/>
                      <a:pt x="135508" y="222374"/>
                    </a:cubicBezTo>
                    <a:cubicBezTo>
                      <a:pt x="123696" y="226280"/>
                      <a:pt x="111699" y="228233"/>
                      <a:pt x="99329" y="228233"/>
                    </a:cubicBezTo>
                    <a:close/>
                    <a:moveTo>
                      <a:pt x="112629" y="175314"/>
                    </a:moveTo>
                    <a:cubicBezTo>
                      <a:pt x="124440" y="175314"/>
                      <a:pt x="134206" y="172523"/>
                      <a:pt x="142018" y="166943"/>
                    </a:cubicBezTo>
                    <a:cubicBezTo>
                      <a:pt x="149830" y="161363"/>
                      <a:pt x="155783" y="153923"/>
                      <a:pt x="159875" y="144622"/>
                    </a:cubicBezTo>
                    <a:cubicBezTo>
                      <a:pt x="163967" y="135415"/>
                      <a:pt x="166013" y="125277"/>
                      <a:pt x="166013" y="114396"/>
                    </a:cubicBezTo>
                    <a:cubicBezTo>
                      <a:pt x="166013" y="103514"/>
                      <a:pt x="163967" y="93005"/>
                      <a:pt x="159875" y="83890"/>
                    </a:cubicBezTo>
                    <a:cubicBezTo>
                      <a:pt x="155783" y="74776"/>
                      <a:pt x="149830" y="67521"/>
                      <a:pt x="141832" y="62034"/>
                    </a:cubicBezTo>
                    <a:cubicBezTo>
                      <a:pt x="133834" y="56547"/>
                      <a:pt x="123789" y="53850"/>
                      <a:pt x="111792" y="53850"/>
                    </a:cubicBezTo>
                    <a:cubicBezTo>
                      <a:pt x="99794" y="53850"/>
                      <a:pt x="89377" y="56640"/>
                      <a:pt x="81472" y="62220"/>
                    </a:cubicBezTo>
                    <a:cubicBezTo>
                      <a:pt x="73660" y="67800"/>
                      <a:pt x="67893" y="75148"/>
                      <a:pt x="64266" y="84262"/>
                    </a:cubicBezTo>
                    <a:cubicBezTo>
                      <a:pt x="60639" y="93377"/>
                      <a:pt x="58779" y="103235"/>
                      <a:pt x="58779" y="113931"/>
                    </a:cubicBezTo>
                    <a:cubicBezTo>
                      <a:pt x="58779" y="124626"/>
                      <a:pt x="60639" y="134578"/>
                      <a:pt x="64266" y="143971"/>
                    </a:cubicBezTo>
                    <a:cubicBezTo>
                      <a:pt x="67893" y="153365"/>
                      <a:pt x="73660" y="160898"/>
                      <a:pt x="81472" y="166664"/>
                    </a:cubicBezTo>
                    <a:cubicBezTo>
                      <a:pt x="89284" y="172430"/>
                      <a:pt x="99701" y="175314"/>
                      <a:pt x="112629" y="175314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7E3C64F-6F3D-9ADA-A864-E777330EC497}"/>
                  </a:ext>
                </a:extLst>
              </p:cNvPr>
              <p:cNvSpPr/>
              <p:nvPr/>
            </p:nvSpPr>
            <p:spPr>
              <a:xfrm>
                <a:off x="3566148" y="1598392"/>
                <a:ext cx="214913" cy="430826"/>
              </a:xfrm>
              <a:custGeom>
                <a:avLst/>
                <a:gdLst>
                  <a:gd name="connsiteX0" fmla="*/ 116907 w 140064"/>
                  <a:gd name="connsiteY0" fmla="*/ 280781 h 280780"/>
                  <a:gd name="connsiteX1" fmla="*/ 70497 w 140064"/>
                  <a:gd name="connsiteY1" fmla="*/ 274084 h 280780"/>
                  <a:gd name="connsiteX2" fmla="*/ 42317 w 140064"/>
                  <a:gd name="connsiteY2" fmla="*/ 251205 h 280780"/>
                  <a:gd name="connsiteX3" fmla="*/ 32831 w 140064"/>
                  <a:gd name="connsiteY3" fmla="*/ 206842 h 280780"/>
                  <a:gd name="connsiteX4" fmla="*/ 32831 w 140064"/>
                  <a:gd name="connsiteY4" fmla="*/ 111791 h 280780"/>
                  <a:gd name="connsiteX5" fmla="*/ 0 w 140064"/>
                  <a:gd name="connsiteY5" fmla="*/ 111791 h 280780"/>
                  <a:gd name="connsiteX6" fmla="*/ 0 w 140064"/>
                  <a:gd name="connsiteY6" fmla="*/ 59244 h 280780"/>
                  <a:gd name="connsiteX7" fmla="*/ 32831 w 140064"/>
                  <a:gd name="connsiteY7" fmla="*/ 59244 h 280780"/>
                  <a:gd name="connsiteX8" fmla="*/ 32831 w 140064"/>
                  <a:gd name="connsiteY8" fmla="*/ 0 h 280780"/>
                  <a:gd name="connsiteX9" fmla="*/ 91703 w 140064"/>
                  <a:gd name="connsiteY9" fmla="*/ 0 h 280780"/>
                  <a:gd name="connsiteX10" fmla="*/ 91703 w 140064"/>
                  <a:gd name="connsiteY10" fmla="*/ 59244 h 280780"/>
                  <a:gd name="connsiteX11" fmla="*/ 140065 w 140064"/>
                  <a:gd name="connsiteY11" fmla="*/ 59244 h 280780"/>
                  <a:gd name="connsiteX12" fmla="*/ 140065 w 140064"/>
                  <a:gd name="connsiteY12" fmla="*/ 111791 h 280780"/>
                  <a:gd name="connsiteX13" fmla="*/ 91703 w 140064"/>
                  <a:gd name="connsiteY13" fmla="*/ 111791 h 280780"/>
                  <a:gd name="connsiteX14" fmla="*/ 91703 w 140064"/>
                  <a:gd name="connsiteY14" fmla="*/ 198379 h 280780"/>
                  <a:gd name="connsiteX15" fmla="*/ 96725 w 140064"/>
                  <a:gd name="connsiteY15" fmla="*/ 220235 h 280780"/>
                  <a:gd name="connsiteX16" fmla="*/ 119418 w 140064"/>
                  <a:gd name="connsiteY16" fmla="*/ 228233 h 280780"/>
                  <a:gd name="connsiteX17" fmla="*/ 137926 w 140064"/>
                  <a:gd name="connsiteY17" fmla="*/ 228233 h 280780"/>
                  <a:gd name="connsiteX18" fmla="*/ 137926 w 140064"/>
                  <a:gd name="connsiteY18" fmla="*/ 280781 h 280780"/>
                  <a:gd name="connsiteX19" fmla="*/ 116907 w 140064"/>
                  <a:gd name="connsiteY19" fmla="*/ 280781 h 28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0064" h="280780">
                    <a:moveTo>
                      <a:pt x="116907" y="280781"/>
                    </a:moveTo>
                    <a:cubicBezTo>
                      <a:pt x="98399" y="280781"/>
                      <a:pt x="82960" y="278549"/>
                      <a:pt x="70497" y="274084"/>
                    </a:cubicBezTo>
                    <a:cubicBezTo>
                      <a:pt x="58035" y="269620"/>
                      <a:pt x="48641" y="261994"/>
                      <a:pt x="42317" y="251205"/>
                    </a:cubicBezTo>
                    <a:cubicBezTo>
                      <a:pt x="35993" y="240417"/>
                      <a:pt x="32831" y="225629"/>
                      <a:pt x="32831" y="206842"/>
                    </a:cubicBezTo>
                    <a:lnTo>
                      <a:pt x="32831" y="111791"/>
                    </a:lnTo>
                    <a:lnTo>
                      <a:pt x="0" y="111791"/>
                    </a:lnTo>
                    <a:lnTo>
                      <a:pt x="0" y="59244"/>
                    </a:lnTo>
                    <a:lnTo>
                      <a:pt x="32831" y="59244"/>
                    </a:lnTo>
                    <a:lnTo>
                      <a:pt x="32831" y="0"/>
                    </a:lnTo>
                    <a:lnTo>
                      <a:pt x="91703" y="0"/>
                    </a:lnTo>
                    <a:lnTo>
                      <a:pt x="91703" y="59244"/>
                    </a:lnTo>
                    <a:lnTo>
                      <a:pt x="140065" y="59244"/>
                    </a:lnTo>
                    <a:lnTo>
                      <a:pt x="140065" y="111791"/>
                    </a:lnTo>
                    <a:lnTo>
                      <a:pt x="91703" y="111791"/>
                    </a:lnTo>
                    <a:lnTo>
                      <a:pt x="91703" y="198379"/>
                    </a:lnTo>
                    <a:cubicBezTo>
                      <a:pt x="91703" y="207586"/>
                      <a:pt x="93377" y="214934"/>
                      <a:pt x="96725" y="220235"/>
                    </a:cubicBezTo>
                    <a:cubicBezTo>
                      <a:pt x="100073" y="225536"/>
                      <a:pt x="107699" y="228233"/>
                      <a:pt x="119418" y="228233"/>
                    </a:cubicBezTo>
                    <a:lnTo>
                      <a:pt x="137926" y="228233"/>
                    </a:lnTo>
                    <a:lnTo>
                      <a:pt x="137926" y="280781"/>
                    </a:lnTo>
                    <a:lnTo>
                      <a:pt x="116907" y="280781"/>
                    </a:ln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85B5DFE-EE9A-6595-7F72-7A529C89A243}"/>
                  </a:ext>
                </a:extLst>
              </p:cNvPr>
              <p:cNvSpPr/>
              <p:nvPr/>
            </p:nvSpPr>
            <p:spPr>
              <a:xfrm>
                <a:off x="3815310" y="1683445"/>
                <a:ext cx="325814" cy="350342"/>
              </a:xfrm>
              <a:custGeom>
                <a:avLst/>
                <a:gdLst>
                  <a:gd name="connsiteX0" fmla="*/ 109652 w 212341"/>
                  <a:gd name="connsiteY0" fmla="*/ 228326 h 228326"/>
                  <a:gd name="connsiteX1" fmla="*/ 50409 w 212341"/>
                  <a:gd name="connsiteY1" fmla="*/ 214468 h 228326"/>
                  <a:gd name="connsiteX2" fmla="*/ 13021 w 212341"/>
                  <a:gd name="connsiteY2" fmla="*/ 175128 h 228326"/>
                  <a:gd name="connsiteX3" fmla="*/ 0 w 212341"/>
                  <a:gd name="connsiteY3" fmla="*/ 115605 h 228326"/>
                  <a:gd name="connsiteX4" fmla="*/ 13486 w 212341"/>
                  <a:gd name="connsiteY4" fmla="*/ 55245 h 228326"/>
                  <a:gd name="connsiteX5" fmla="*/ 51525 w 212341"/>
                  <a:gd name="connsiteY5" fmla="*/ 14695 h 228326"/>
                  <a:gd name="connsiteX6" fmla="*/ 109745 w 212341"/>
                  <a:gd name="connsiteY6" fmla="*/ 0 h 228326"/>
                  <a:gd name="connsiteX7" fmla="*/ 154109 w 212341"/>
                  <a:gd name="connsiteY7" fmla="*/ 8370 h 228326"/>
                  <a:gd name="connsiteX8" fmla="*/ 186474 w 212341"/>
                  <a:gd name="connsiteY8" fmla="*/ 31901 h 228326"/>
                  <a:gd name="connsiteX9" fmla="*/ 206191 w 212341"/>
                  <a:gd name="connsiteY9" fmla="*/ 66963 h 228326"/>
                  <a:gd name="connsiteX10" fmla="*/ 212329 w 212341"/>
                  <a:gd name="connsiteY10" fmla="*/ 110024 h 228326"/>
                  <a:gd name="connsiteX11" fmla="*/ 211864 w 212341"/>
                  <a:gd name="connsiteY11" fmla="*/ 121371 h 228326"/>
                  <a:gd name="connsiteX12" fmla="*/ 210190 w 212341"/>
                  <a:gd name="connsiteY12" fmla="*/ 132345 h 228326"/>
                  <a:gd name="connsiteX13" fmla="*/ 58407 w 212341"/>
                  <a:gd name="connsiteY13" fmla="*/ 132345 h 228326"/>
                  <a:gd name="connsiteX14" fmla="*/ 65568 w 212341"/>
                  <a:gd name="connsiteY14" fmla="*/ 155504 h 228326"/>
                  <a:gd name="connsiteX15" fmla="*/ 82216 w 212341"/>
                  <a:gd name="connsiteY15" fmla="*/ 172151 h 228326"/>
                  <a:gd name="connsiteX16" fmla="*/ 108908 w 212341"/>
                  <a:gd name="connsiteY16" fmla="*/ 178290 h 228326"/>
                  <a:gd name="connsiteX17" fmla="*/ 128253 w 212341"/>
                  <a:gd name="connsiteY17" fmla="*/ 175965 h 228326"/>
                  <a:gd name="connsiteX18" fmla="*/ 143413 w 212341"/>
                  <a:gd name="connsiteY18" fmla="*/ 168617 h 228326"/>
                  <a:gd name="connsiteX19" fmla="*/ 152248 w 212341"/>
                  <a:gd name="connsiteY19" fmla="*/ 156806 h 228326"/>
                  <a:gd name="connsiteX20" fmla="*/ 210283 w 212341"/>
                  <a:gd name="connsiteY20" fmla="*/ 156806 h 228326"/>
                  <a:gd name="connsiteX21" fmla="*/ 189915 w 212341"/>
                  <a:gd name="connsiteY21" fmla="*/ 197542 h 228326"/>
                  <a:gd name="connsiteX22" fmla="*/ 153923 w 212341"/>
                  <a:gd name="connsiteY22" fmla="*/ 220886 h 228326"/>
                  <a:gd name="connsiteX23" fmla="*/ 109745 w 212341"/>
                  <a:gd name="connsiteY23" fmla="*/ 228233 h 228326"/>
                  <a:gd name="connsiteX24" fmla="*/ 59616 w 212341"/>
                  <a:gd name="connsiteY24" fmla="*/ 91330 h 228326"/>
                  <a:gd name="connsiteX25" fmla="*/ 155876 w 212341"/>
                  <a:gd name="connsiteY25" fmla="*/ 91330 h 228326"/>
                  <a:gd name="connsiteX26" fmla="*/ 150202 w 212341"/>
                  <a:gd name="connsiteY26" fmla="*/ 70125 h 228326"/>
                  <a:gd name="connsiteX27" fmla="*/ 134671 w 212341"/>
                  <a:gd name="connsiteY27" fmla="*/ 54129 h 228326"/>
                  <a:gd name="connsiteX28" fmla="*/ 108350 w 212341"/>
                  <a:gd name="connsiteY28" fmla="*/ 47990 h 228326"/>
                  <a:gd name="connsiteX29" fmla="*/ 81658 w 212341"/>
                  <a:gd name="connsiteY29" fmla="*/ 54315 h 228326"/>
                  <a:gd name="connsiteX30" fmla="*/ 65661 w 212341"/>
                  <a:gd name="connsiteY30" fmla="*/ 70497 h 228326"/>
                  <a:gd name="connsiteX31" fmla="*/ 59523 w 212341"/>
                  <a:gd name="connsiteY31" fmla="*/ 91330 h 22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2341" h="228326">
                    <a:moveTo>
                      <a:pt x="109652" y="228326"/>
                    </a:moveTo>
                    <a:cubicBezTo>
                      <a:pt x="86401" y="228326"/>
                      <a:pt x="66591" y="223676"/>
                      <a:pt x="50409" y="214468"/>
                    </a:cubicBezTo>
                    <a:cubicBezTo>
                      <a:pt x="34133" y="205261"/>
                      <a:pt x="21670" y="192147"/>
                      <a:pt x="13021" y="175128"/>
                    </a:cubicBezTo>
                    <a:cubicBezTo>
                      <a:pt x="4371" y="158201"/>
                      <a:pt x="0" y="138298"/>
                      <a:pt x="0" y="115605"/>
                    </a:cubicBezTo>
                    <a:cubicBezTo>
                      <a:pt x="0" y="92912"/>
                      <a:pt x="4464" y="72544"/>
                      <a:pt x="13486" y="55245"/>
                    </a:cubicBezTo>
                    <a:cubicBezTo>
                      <a:pt x="22414" y="38039"/>
                      <a:pt x="35156" y="24460"/>
                      <a:pt x="51525" y="14695"/>
                    </a:cubicBezTo>
                    <a:cubicBezTo>
                      <a:pt x="67893" y="4929"/>
                      <a:pt x="87331" y="0"/>
                      <a:pt x="109745" y="0"/>
                    </a:cubicBezTo>
                    <a:cubicBezTo>
                      <a:pt x="126579" y="0"/>
                      <a:pt x="141367" y="2790"/>
                      <a:pt x="154109" y="8370"/>
                    </a:cubicBezTo>
                    <a:cubicBezTo>
                      <a:pt x="166850" y="13951"/>
                      <a:pt x="177639" y="21856"/>
                      <a:pt x="186474" y="31901"/>
                    </a:cubicBezTo>
                    <a:cubicBezTo>
                      <a:pt x="195310" y="41945"/>
                      <a:pt x="201913" y="53664"/>
                      <a:pt x="206191" y="66963"/>
                    </a:cubicBezTo>
                    <a:cubicBezTo>
                      <a:pt x="210562" y="80263"/>
                      <a:pt x="212515" y="94679"/>
                      <a:pt x="212329" y="110024"/>
                    </a:cubicBezTo>
                    <a:cubicBezTo>
                      <a:pt x="212329" y="113931"/>
                      <a:pt x="212143" y="117744"/>
                      <a:pt x="211864" y="121371"/>
                    </a:cubicBezTo>
                    <a:cubicBezTo>
                      <a:pt x="211585" y="124998"/>
                      <a:pt x="211027" y="128625"/>
                      <a:pt x="210190" y="132345"/>
                    </a:cubicBezTo>
                    <a:lnTo>
                      <a:pt x="58407" y="132345"/>
                    </a:lnTo>
                    <a:cubicBezTo>
                      <a:pt x="59244" y="140716"/>
                      <a:pt x="61662" y="148435"/>
                      <a:pt x="65568" y="155504"/>
                    </a:cubicBezTo>
                    <a:cubicBezTo>
                      <a:pt x="69474" y="162572"/>
                      <a:pt x="75055" y="168059"/>
                      <a:pt x="82216" y="172151"/>
                    </a:cubicBezTo>
                    <a:cubicBezTo>
                      <a:pt x="89377" y="176244"/>
                      <a:pt x="98213" y="178290"/>
                      <a:pt x="108908" y="178290"/>
                    </a:cubicBezTo>
                    <a:cubicBezTo>
                      <a:pt x="115884" y="178290"/>
                      <a:pt x="122394" y="177546"/>
                      <a:pt x="128253" y="175965"/>
                    </a:cubicBezTo>
                    <a:cubicBezTo>
                      <a:pt x="134113" y="174384"/>
                      <a:pt x="139228" y="171965"/>
                      <a:pt x="143413" y="168617"/>
                    </a:cubicBezTo>
                    <a:cubicBezTo>
                      <a:pt x="147598" y="165269"/>
                      <a:pt x="150574" y="161363"/>
                      <a:pt x="152248" y="156806"/>
                    </a:cubicBezTo>
                    <a:lnTo>
                      <a:pt x="210283" y="156806"/>
                    </a:lnTo>
                    <a:cubicBezTo>
                      <a:pt x="206656" y="173360"/>
                      <a:pt x="199867" y="186939"/>
                      <a:pt x="189915" y="197542"/>
                    </a:cubicBezTo>
                    <a:cubicBezTo>
                      <a:pt x="179964" y="208237"/>
                      <a:pt x="167966" y="215957"/>
                      <a:pt x="153923" y="220886"/>
                    </a:cubicBezTo>
                    <a:cubicBezTo>
                      <a:pt x="139879" y="225815"/>
                      <a:pt x="125184" y="228233"/>
                      <a:pt x="109745" y="228233"/>
                    </a:cubicBezTo>
                    <a:close/>
                    <a:moveTo>
                      <a:pt x="59616" y="91330"/>
                    </a:moveTo>
                    <a:lnTo>
                      <a:pt x="155876" y="91330"/>
                    </a:lnTo>
                    <a:cubicBezTo>
                      <a:pt x="155597" y="83797"/>
                      <a:pt x="153737" y="76729"/>
                      <a:pt x="150202" y="70125"/>
                    </a:cubicBezTo>
                    <a:cubicBezTo>
                      <a:pt x="146668" y="63522"/>
                      <a:pt x="141553" y="58221"/>
                      <a:pt x="134671" y="54129"/>
                    </a:cubicBezTo>
                    <a:cubicBezTo>
                      <a:pt x="127788" y="50036"/>
                      <a:pt x="119046" y="47990"/>
                      <a:pt x="108350" y="47990"/>
                    </a:cubicBezTo>
                    <a:cubicBezTo>
                      <a:pt x="97655" y="47990"/>
                      <a:pt x="88819" y="50129"/>
                      <a:pt x="81658" y="54315"/>
                    </a:cubicBezTo>
                    <a:cubicBezTo>
                      <a:pt x="74497" y="58500"/>
                      <a:pt x="69195" y="63894"/>
                      <a:pt x="65661" y="70497"/>
                    </a:cubicBezTo>
                    <a:cubicBezTo>
                      <a:pt x="62127" y="77101"/>
                      <a:pt x="60081" y="83983"/>
                      <a:pt x="59523" y="91330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517D0532-133B-D3E1-2A18-1431CD9B99E6}"/>
                  </a:ext>
                </a:extLst>
              </p:cNvPr>
              <p:cNvSpPr/>
              <p:nvPr userDrawn="1"/>
            </p:nvSpPr>
            <p:spPr>
              <a:xfrm>
                <a:off x="4354453" y="1683587"/>
                <a:ext cx="345348" cy="350199"/>
              </a:xfrm>
              <a:custGeom>
                <a:avLst/>
                <a:gdLst>
                  <a:gd name="connsiteX0" fmla="*/ 99236 w 225071"/>
                  <a:gd name="connsiteY0" fmla="*/ 228233 h 228233"/>
                  <a:gd name="connsiteX1" fmla="*/ 55710 w 225071"/>
                  <a:gd name="connsiteY1" fmla="*/ 219584 h 228233"/>
                  <a:gd name="connsiteX2" fmla="*/ 24646 w 225071"/>
                  <a:gd name="connsiteY2" fmla="*/ 195589 h 228233"/>
                  <a:gd name="connsiteX3" fmla="*/ 6138 w 225071"/>
                  <a:gd name="connsiteY3" fmla="*/ 159875 h 228233"/>
                  <a:gd name="connsiteX4" fmla="*/ 0 w 225071"/>
                  <a:gd name="connsiteY4" fmla="*/ 115512 h 228233"/>
                  <a:gd name="connsiteX5" fmla="*/ 12370 w 225071"/>
                  <a:gd name="connsiteY5" fmla="*/ 55431 h 228233"/>
                  <a:gd name="connsiteX6" fmla="*/ 48362 w 225071"/>
                  <a:gd name="connsiteY6" fmla="*/ 14695 h 228233"/>
                  <a:gd name="connsiteX7" fmla="*/ 105560 w 225071"/>
                  <a:gd name="connsiteY7" fmla="*/ 0 h 228233"/>
                  <a:gd name="connsiteX8" fmla="*/ 140065 w 225071"/>
                  <a:gd name="connsiteY8" fmla="*/ 6138 h 228233"/>
                  <a:gd name="connsiteX9" fmla="*/ 167408 w 225071"/>
                  <a:gd name="connsiteY9" fmla="*/ 24832 h 228233"/>
                  <a:gd name="connsiteX10" fmla="*/ 169547 w 225071"/>
                  <a:gd name="connsiteY10" fmla="*/ 3813 h 228233"/>
                  <a:gd name="connsiteX11" fmla="*/ 225071 w 225071"/>
                  <a:gd name="connsiteY11" fmla="*/ 3813 h 228233"/>
                  <a:gd name="connsiteX12" fmla="*/ 225071 w 225071"/>
                  <a:gd name="connsiteY12" fmla="*/ 225350 h 228233"/>
                  <a:gd name="connsiteX13" fmla="*/ 168338 w 225071"/>
                  <a:gd name="connsiteY13" fmla="*/ 225350 h 228233"/>
                  <a:gd name="connsiteX14" fmla="*/ 167036 w 225071"/>
                  <a:gd name="connsiteY14" fmla="*/ 203494 h 228233"/>
                  <a:gd name="connsiteX15" fmla="*/ 135508 w 225071"/>
                  <a:gd name="connsiteY15" fmla="*/ 222374 h 228233"/>
                  <a:gd name="connsiteX16" fmla="*/ 99329 w 225071"/>
                  <a:gd name="connsiteY16" fmla="*/ 228233 h 228233"/>
                  <a:gd name="connsiteX17" fmla="*/ 112629 w 225071"/>
                  <a:gd name="connsiteY17" fmla="*/ 175314 h 228233"/>
                  <a:gd name="connsiteX18" fmla="*/ 142018 w 225071"/>
                  <a:gd name="connsiteY18" fmla="*/ 166943 h 228233"/>
                  <a:gd name="connsiteX19" fmla="*/ 159875 w 225071"/>
                  <a:gd name="connsiteY19" fmla="*/ 144622 h 228233"/>
                  <a:gd name="connsiteX20" fmla="*/ 166013 w 225071"/>
                  <a:gd name="connsiteY20" fmla="*/ 114396 h 228233"/>
                  <a:gd name="connsiteX21" fmla="*/ 159875 w 225071"/>
                  <a:gd name="connsiteY21" fmla="*/ 83890 h 228233"/>
                  <a:gd name="connsiteX22" fmla="*/ 141832 w 225071"/>
                  <a:gd name="connsiteY22" fmla="*/ 62034 h 228233"/>
                  <a:gd name="connsiteX23" fmla="*/ 111792 w 225071"/>
                  <a:gd name="connsiteY23" fmla="*/ 53850 h 228233"/>
                  <a:gd name="connsiteX24" fmla="*/ 81472 w 225071"/>
                  <a:gd name="connsiteY24" fmla="*/ 62220 h 228233"/>
                  <a:gd name="connsiteX25" fmla="*/ 64266 w 225071"/>
                  <a:gd name="connsiteY25" fmla="*/ 84262 h 228233"/>
                  <a:gd name="connsiteX26" fmla="*/ 58779 w 225071"/>
                  <a:gd name="connsiteY26" fmla="*/ 113931 h 228233"/>
                  <a:gd name="connsiteX27" fmla="*/ 64266 w 225071"/>
                  <a:gd name="connsiteY27" fmla="*/ 143971 h 228233"/>
                  <a:gd name="connsiteX28" fmla="*/ 81472 w 225071"/>
                  <a:gd name="connsiteY28" fmla="*/ 166664 h 228233"/>
                  <a:gd name="connsiteX29" fmla="*/ 112629 w 225071"/>
                  <a:gd name="connsiteY29" fmla="*/ 175314 h 22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25071" h="228233">
                    <a:moveTo>
                      <a:pt x="99236" y="228233"/>
                    </a:moveTo>
                    <a:cubicBezTo>
                      <a:pt x="82681" y="228233"/>
                      <a:pt x="68172" y="225350"/>
                      <a:pt x="55710" y="219584"/>
                    </a:cubicBezTo>
                    <a:cubicBezTo>
                      <a:pt x="43247" y="213817"/>
                      <a:pt x="32831" y="205819"/>
                      <a:pt x="24646" y="195589"/>
                    </a:cubicBezTo>
                    <a:cubicBezTo>
                      <a:pt x="16369" y="185358"/>
                      <a:pt x="10231" y="173453"/>
                      <a:pt x="6138" y="159875"/>
                    </a:cubicBezTo>
                    <a:cubicBezTo>
                      <a:pt x="2046" y="146296"/>
                      <a:pt x="0" y="131508"/>
                      <a:pt x="0" y="115512"/>
                    </a:cubicBezTo>
                    <a:cubicBezTo>
                      <a:pt x="0" y="92819"/>
                      <a:pt x="4092" y="72730"/>
                      <a:pt x="12370" y="55431"/>
                    </a:cubicBezTo>
                    <a:cubicBezTo>
                      <a:pt x="20647" y="38039"/>
                      <a:pt x="32645" y="24460"/>
                      <a:pt x="48362" y="14695"/>
                    </a:cubicBezTo>
                    <a:cubicBezTo>
                      <a:pt x="64080" y="4929"/>
                      <a:pt x="83146" y="0"/>
                      <a:pt x="105560" y="0"/>
                    </a:cubicBezTo>
                    <a:cubicBezTo>
                      <a:pt x="117651" y="0"/>
                      <a:pt x="129090" y="2046"/>
                      <a:pt x="140065" y="6138"/>
                    </a:cubicBezTo>
                    <a:cubicBezTo>
                      <a:pt x="151039" y="10231"/>
                      <a:pt x="160061" y="16462"/>
                      <a:pt x="167408" y="24832"/>
                    </a:cubicBezTo>
                    <a:lnTo>
                      <a:pt x="169547" y="3813"/>
                    </a:lnTo>
                    <a:lnTo>
                      <a:pt x="225071" y="3813"/>
                    </a:lnTo>
                    <a:lnTo>
                      <a:pt x="225071" y="225350"/>
                    </a:lnTo>
                    <a:lnTo>
                      <a:pt x="168338" y="225350"/>
                    </a:lnTo>
                    <a:lnTo>
                      <a:pt x="167036" y="203494"/>
                    </a:lnTo>
                    <a:cubicBezTo>
                      <a:pt x="157829" y="212143"/>
                      <a:pt x="147319" y="218468"/>
                      <a:pt x="135508" y="222374"/>
                    </a:cubicBezTo>
                    <a:cubicBezTo>
                      <a:pt x="123696" y="226280"/>
                      <a:pt x="111699" y="228233"/>
                      <a:pt x="99329" y="228233"/>
                    </a:cubicBezTo>
                    <a:close/>
                    <a:moveTo>
                      <a:pt x="112629" y="175314"/>
                    </a:moveTo>
                    <a:cubicBezTo>
                      <a:pt x="124440" y="175314"/>
                      <a:pt x="134206" y="172523"/>
                      <a:pt x="142018" y="166943"/>
                    </a:cubicBezTo>
                    <a:cubicBezTo>
                      <a:pt x="149830" y="161363"/>
                      <a:pt x="155783" y="153923"/>
                      <a:pt x="159875" y="144622"/>
                    </a:cubicBezTo>
                    <a:cubicBezTo>
                      <a:pt x="163967" y="135415"/>
                      <a:pt x="166013" y="125277"/>
                      <a:pt x="166013" y="114396"/>
                    </a:cubicBezTo>
                    <a:cubicBezTo>
                      <a:pt x="166013" y="103514"/>
                      <a:pt x="163967" y="93005"/>
                      <a:pt x="159875" y="83890"/>
                    </a:cubicBezTo>
                    <a:cubicBezTo>
                      <a:pt x="155783" y="74776"/>
                      <a:pt x="149830" y="67521"/>
                      <a:pt x="141832" y="62034"/>
                    </a:cubicBezTo>
                    <a:cubicBezTo>
                      <a:pt x="133834" y="56547"/>
                      <a:pt x="123789" y="53850"/>
                      <a:pt x="111792" y="53850"/>
                    </a:cubicBezTo>
                    <a:cubicBezTo>
                      <a:pt x="99794" y="53850"/>
                      <a:pt x="89377" y="56640"/>
                      <a:pt x="81472" y="62220"/>
                    </a:cubicBezTo>
                    <a:cubicBezTo>
                      <a:pt x="73660" y="67800"/>
                      <a:pt x="67893" y="75148"/>
                      <a:pt x="64266" y="84262"/>
                    </a:cubicBezTo>
                    <a:cubicBezTo>
                      <a:pt x="60639" y="93377"/>
                      <a:pt x="58779" y="103235"/>
                      <a:pt x="58779" y="113931"/>
                    </a:cubicBezTo>
                    <a:cubicBezTo>
                      <a:pt x="58779" y="124626"/>
                      <a:pt x="60639" y="134578"/>
                      <a:pt x="64266" y="143971"/>
                    </a:cubicBezTo>
                    <a:cubicBezTo>
                      <a:pt x="67893" y="153365"/>
                      <a:pt x="73660" y="160898"/>
                      <a:pt x="81472" y="166664"/>
                    </a:cubicBezTo>
                    <a:cubicBezTo>
                      <a:pt x="89284" y="172430"/>
                      <a:pt x="99701" y="175314"/>
                      <a:pt x="112629" y="175314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DB508ED-A6EF-BC0B-6C0A-86F598218EDB}"/>
              </a:ext>
            </a:extLst>
          </p:cNvPr>
          <p:cNvSpPr txBox="1"/>
          <p:nvPr userDrawn="1"/>
        </p:nvSpPr>
        <p:spPr>
          <a:xfrm>
            <a:off x="4817681" y="2691770"/>
            <a:ext cx="621478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Be Vietnam Pro Medium" pitchFamily="2" charset="0"/>
              </a:rPr>
              <a:t>Thank You</a:t>
            </a:r>
            <a:endParaRPr lang="en-IL" sz="8800" dirty="0">
              <a:solidFill>
                <a:schemeClr val="bg1"/>
              </a:solidFill>
              <a:latin typeface="Be Vietnam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80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10" hidden="1">
            <a:extLst>
              <a:ext uri="{FF2B5EF4-FFF2-40B4-BE49-F238E27FC236}">
                <a16:creationId xmlns:a16="http://schemas.microsoft.com/office/drawing/2014/main" id="{7875CD4E-E3B6-4F35-8E6F-F4EB54C1E523}"/>
              </a:ext>
            </a:extLst>
          </p:cNvPr>
          <p:cNvPicPr/>
          <p:nvPr/>
        </p:nvPicPr>
        <p:blipFill>
          <a:blip r:embed="rId38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671554" y="6500275"/>
            <a:ext cx="857032" cy="153888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ctr">
              <a:defRPr sz="1000" smtClean="0">
                <a:solidFill>
                  <a:schemeClr val="bg1">
                    <a:lumMod val="75000"/>
                  </a:schemeClr>
                </a:solidFill>
                <a:latin typeface="Be Vietnam Pro Light" pitchFamily="2" charset="0"/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8" name="Title Placeholder 37">
            <a:extLst>
              <a:ext uri="{FF2B5EF4-FFF2-40B4-BE49-F238E27FC236}">
                <a16:creationId xmlns:a16="http://schemas.microsoft.com/office/drawing/2014/main" id="{19DF65BA-E405-C1B7-35AB-141620D81DA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54650" y="648000"/>
            <a:ext cx="11303492" cy="410946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1168A2D-487F-85D3-89B4-CCA149A1E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42" y="1296000"/>
            <a:ext cx="11304000" cy="511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  <a:endParaRPr lang="he-IL" dirty="0"/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6777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9" r:id="rId1"/>
    <p:sldLayoutId id="2147484378" r:id="rId2"/>
    <p:sldLayoutId id="2147484362" r:id="rId3"/>
    <p:sldLayoutId id="2147484361" r:id="rId4"/>
    <p:sldLayoutId id="2147484358" r:id="rId5"/>
    <p:sldLayoutId id="2147484394" r:id="rId6"/>
    <p:sldLayoutId id="2147484278" r:id="rId7"/>
    <p:sldLayoutId id="2147484196" r:id="rId8"/>
    <p:sldLayoutId id="2147484313" r:id="rId9"/>
    <p:sldLayoutId id="2147484221" r:id="rId10"/>
    <p:sldLayoutId id="2147484389" r:id="rId11"/>
    <p:sldLayoutId id="2147484334" r:id="rId12"/>
    <p:sldLayoutId id="2147484390" r:id="rId13"/>
    <p:sldLayoutId id="2147484359" r:id="rId14"/>
    <p:sldLayoutId id="2147484301" r:id="rId15"/>
    <p:sldLayoutId id="2147484360" r:id="rId16"/>
    <p:sldLayoutId id="2147484341" r:id="rId17"/>
    <p:sldLayoutId id="2147484331" r:id="rId18"/>
    <p:sldLayoutId id="2147484273" r:id="rId19"/>
    <p:sldLayoutId id="2147484294" r:id="rId20"/>
    <p:sldLayoutId id="2147484355" r:id="rId21"/>
    <p:sldLayoutId id="2147484387" r:id="rId22"/>
    <p:sldLayoutId id="2147484354" r:id="rId23"/>
    <p:sldLayoutId id="2147484353" r:id="rId24"/>
    <p:sldLayoutId id="2147484352" r:id="rId25"/>
    <p:sldLayoutId id="2147484351" r:id="rId26"/>
    <p:sldLayoutId id="2147484381" r:id="rId27"/>
    <p:sldLayoutId id="2147484391" r:id="rId28"/>
    <p:sldLayoutId id="2147484363" r:id="rId29"/>
    <p:sldLayoutId id="2147484288" r:id="rId30"/>
    <p:sldLayoutId id="2147484383" r:id="rId31"/>
    <p:sldLayoutId id="2147484289" r:id="rId32"/>
    <p:sldLayoutId id="2147484382" r:id="rId33"/>
    <p:sldLayoutId id="2147484384" r:id="rId34"/>
    <p:sldLayoutId id="2147484392" r:id="rId35"/>
    <p:sldLayoutId id="2147484298" r:id="rId36"/>
  </p:sldLayoutIdLst>
  <p:hf hdr="0" ftr="0" dt="0"/>
  <p:txStyles>
    <p:titleStyle>
      <a:lvl1pPr marL="0" indent="0" algn="l" defTabSz="806450" rtl="0" eaLnBrk="1" fontAlgn="base" hangingPunct="1">
        <a:lnSpc>
          <a:spcPts val="3200"/>
        </a:lnSpc>
        <a:spcBef>
          <a:spcPct val="0"/>
        </a:spcBef>
        <a:spcAft>
          <a:spcPct val="0"/>
        </a:spcAft>
        <a:tabLst>
          <a:tab pos="806450" algn="l"/>
        </a:tabLst>
        <a:defRPr sz="3200" b="0" kern="1200" cap="none" baseline="0">
          <a:solidFill>
            <a:schemeClr val="tx1">
              <a:lumMod val="95000"/>
              <a:lumOff val="5000"/>
            </a:schemeClr>
          </a:solidFill>
          <a:latin typeface="Be Vietnam Pro SemiBold" pitchFamily="2" charset="0"/>
          <a:ea typeface="+mj-ea"/>
          <a:cs typeface="Arial" panose="020B0604020202020204" pitchFamily="34" charset="0"/>
        </a:defRPr>
      </a:lvl1pPr>
      <a:lvl2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2pPr>
      <a:lvl3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3pPr>
      <a:lvl4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4pPr>
      <a:lvl5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5pPr>
      <a:lvl6pPr marL="543478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6pPr>
      <a:lvl7pPr marL="1086950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7pPr>
      <a:lvl8pPr marL="1630422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8pPr>
      <a:lvl9pPr marL="2173900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9pPr>
    </p:titleStyle>
    <p:bodyStyle>
      <a:lvl1pPr marL="296863" indent="-296863" algn="l" defTabSz="941900" rtl="0" eaLnBrk="1" fontAlgn="base" hangingPunct="1">
        <a:spcBef>
          <a:spcPts val="666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200" kern="1200" baseline="0">
          <a:solidFill>
            <a:schemeClr val="tx2"/>
          </a:solidFill>
          <a:latin typeface="Be Vietnam Pro" pitchFamily="2" charset="0"/>
          <a:ea typeface="+mn-ea"/>
          <a:cs typeface="Arial" panose="020B0604020202020204" pitchFamily="34" charset="0"/>
        </a:defRPr>
      </a:lvl1pPr>
      <a:lvl2pPr marL="449263" indent="-182563" algn="l" rtl="0" eaLnBrk="1" fontAlgn="base" hangingPunct="1">
        <a:spcBef>
          <a:spcPts val="400"/>
        </a:spcBef>
        <a:spcAft>
          <a:spcPts val="0"/>
        </a:spcAft>
        <a:buClr>
          <a:schemeClr val="accent1"/>
        </a:buClr>
        <a:buSzPct val="80000"/>
        <a:buFont typeface="Arial" panose="020B0604020202020204" pitchFamily="34" charset="0"/>
        <a:buChar char="•"/>
        <a:defRPr lang="en-US" sz="2000" kern="1200" baseline="0" dirty="0" smtClean="0">
          <a:solidFill>
            <a:schemeClr val="tx1"/>
          </a:solidFill>
          <a:latin typeface="Be Vietnam Pro" pitchFamily="2" charset="0"/>
          <a:ea typeface="+mn-ea"/>
          <a:cs typeface="Arial" panose="020B0604020202020204" pitchFamily="34" charset="0"/>
        </a:defRPr>
      </a:lvl2pPr>
      <a:lvl3pPr marL="627063" indent="-1809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4000"/>
        <a:buFont typeface="Arial" panose="020B0604020202020204" pitchFamily="34" charset="0"/>
        <a:buChar char="•"/>
        <a:defRPr lang="he-IL" sz="1800" kern="1200" dirty="0">
          <a:solidFill>
            <a:schemeClr val="tx1"/>
          </a:solidFill>
          <a:latin typeface="Be Vietnam Pro" pitchFamily="2" charset="0"/>
          <a:ea typeface="+mn-ea"/>
          <a:cs typeface="+mn-cs"/>
        </a:defRPr>
      </a:lvl3pPr>
      <a:lvl4pPr marL="808038" indent="-1809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Arial" panose="020B0604020202020204" pitchFamily="34" charset="0"/>
        <a:buChar char="•"/>
        <a:tabLst>
          <a:tab pos="896938" algn="l"/>
        </a:tabLst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628650" marR="0" indent="0" algn="l" defTabSz="914400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chemeClr val="accent1"/>
        </a:buClr>
        <a:buSzPct val="80000"/>
        <a:buFont typeface="Arial" panose="020B0604020202020204" pitchFamily="34" charset="0"/>
        <a:buNone/>
        <a:tabLst>
          <a:tab pos="717550" algn="l"/>
        </a:tabLst>
        <a:defRPr sz="1600" kern="1200">
          <a:solidFill>
            <a:schemeClr val="tx1"/>
          </a:solidFill>
          <a:latin typeface="Be Vietnam Pro" pitchFamily="2" charset="0"/>
          <a:ea typeface="+mn-ea"/>
          <a:cs typeface="+mn-cs"/>
        </a:defRPr>
      </a:lvl5pPr>
      <a:lvl6pPr marL="797460" indent="0" algn="l" defTabSz="1086950" rtl="0" eaLnBrk="1" latinLnBrk="0" hangingPunct="1">
        <a:spcBef>
          <a:spcPct val="20000"/>
        </a:spcBef>
        <a:buClr>
          <a:schemeClr val="accent1"/>
        </a:buClr>
        <a:buSzPct val="69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532583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076062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619536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543478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2pPr>
      <a:lvl3pPr marL="108695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3pPr>
      <a:lvl4pPr marL="1630422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4pPr>
      <a:lvl5pPr marL="217390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5pPr>
      <a:lvl6pPr marL="2717373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6pPr>
      <a:lvl7pPr marL="3260848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7pPr>
      <a:lvl8pPr marL="3804323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8pPr>
      <a:lvl9pPr marL="4347802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 userDrawn="1">
          <p15:clr>
            <a:srgbClr val="F26B43"/>
          </p15:clr>
        </p15:guide>
        <p15:guide id="2" pos="283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orient="horz" pos="119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orient="horz" pos="813" userDrawn="1">
          <p15:clr>
            <a:srgbClr val="F26B43"/>
          </p15:clr>
        </p15:guide>
        <p15:guide id="7" pos="7401" userDrawn="1">
          <p15:clr>
            <a:srgbClr val="F26B43"/>
          </p15:clr>
        </p15:guide>
        <p15:guide id="8" pos="121" userDrawn="1">
          <p15:clr>
            <a:srgbClr val="F26B43"/>
          </p15:clr>
        </p15:guide>
        <p15:guide id="9" pos="7559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712C2B-F26C-5637-FEFF-3726FA2BDC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2577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8_Master slide">
  <a:themeElements>
    <a:clrScheme name="NiCE colors 2025">
      <a:dk1>
        <a:srgbClr val="000000"/>
      </a:dk1>
      <a:lt1>
        <a:srgbClr val="FFFFFF"/>
      </a:lt1>
      <a:dk2>
        <a:srgbClr val="21212B"/>
      </a:dk2>
      <a:lt2>
        <a:srgbClr val="F2F0EB"/>
      </a:lt2>
      <a:accent1>
        <a:srgbClr val="3694FC"/>
      </a:accent1>
      <a:accent2>
        <a:srgbClr val="025AFB"/>
      </a:accent2>
      <a:accent3>
        <a:srgbClr val="6100FF"/>
      </a:accent3>
      <a:accent4>
        <a:srgbClr val="FF5B8A"/>
      </a:accent4>
      <a:accent5>
        <a:srgbClr val="00E2A0"/>
      </a:accent5>
      <a:accent6>
        <a:srgbClr val="36EAD0"/>
      </a:accent6>
      <a:hlink>
        <a:srgbClr val="90B6FD"/>
      </a:hlink>
      <a:folHlink>
        <a:srgbClr val="A7D0F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iCE 2026_basic_template white" id="{5419C47C-F05D-4392-8501-558868E595F8}" vid="{1ED97FAC-315A-4386-B0BB-CC29E40FA7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FDD5AF094E2C40A8EAD4DD806F9C6F" ma:contentTypeVersion="4" ma:contentTypeDescription="Create a new document." ma:contentTypeScope="" ma:versionID="ad7006c76d306b44a04e3c4a49836e55">
  <xsd:schema xmlns:xsd="http://www.w3.org/2001/XMLSchema" xmlns:xs="http://www.w3.org/2001/XMLSchema" xmlns:p="http://schemas.microsoft.com/office/2006/metadata/properties" xmlns:ns2="80a63076-9eb1-40d7-8611-19e92cb4753e" targetNamespace="http://schemas.microsoft.com/office/2006/metadata/properties" ma:root="true" ma:fieldsID="a3edef6c2006c54aec0b7c349471c39b" ns2:_="">
    <xsd:import namespace="80a63076-9eb1-40d7-8611-19e92cb47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a63076-9eb1-40d7-8611-19e92cb475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2CE3C0-20EF-42DB-9F4D-2DF6DC55A7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a63076-9eb1-40d7-8611-19e92cb475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C73F49-91F2-4219-99C5-CF62101C1145}">
  <ds:schemaRefs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b71f9fa1-a63f-41f1-a04d-7d5245d0f56f"/>
    <ds:schemaRef ds:uri="http://schemas.openxmlformats.org/package/2006/metadata/core-properties"/>
    <ds:schemaRef ds:uri="http://schemas.microsoft.com/office/infopath/2007/PartnerControls"/>
    <ds:schemaRef ds:uri="5ce8d6c1-303b-46c6-be15-00e33f6a819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2B6BC0B-E139-461D-8E0E-38EFA535E66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9e08a61-09f6-4c5f-81cc-e15b331ff36a}" enabled="1" method="Standard" siteId="{7123dabd-0e87-4da9-9cb9-b7ec82011aa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NiCE 2026 basic_template white</Template>
  <TotalTime>118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Be Vietnam Medium</vt:lpstr>
      <vt:lpstr>Be Vietnam Pro</vt:lpstr>
      <vt:lpstr>Be Vietnam Pro ExtraLight</vt:lpstr>
      <vt:lpstr>Be Vietnam Pro Light</vt:lpstr>
      <vt:lpstr>Be Vietnam Pro Medium</vt:lpstr>
      <vt:lpstr>Be Vietnam Pro SemiBold</vt:lpstr>
      <vt:lpstr>Calibri</vt:lpstr>
      <vt:lpstr>Onest</vt:lpstr>
      <vt:lpstr>8_Master slide</vt:lpstr>
      <vt:lpstr>PowerPoint Presentation</vt:lpstr>
    </vt:vector>
  </TitlesOfParts>
  <Manager>Caron Cohen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Ketali Wagh</dc:creator>
  <cp:lastModifiedBy>Sagar Mokashi</cp:lastModifiedBy>
  <cp:revision>1</cp:revision>
  <dcterms:created xsi:type="dcterms:W3CDTF">2026-03-19T09:25:37Z</dcterms:created>
  <dcterms:modified xsi:type="dcterms:W3CDTF">2026-03-23T07:50:56Z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0x01010028FDD5AF094E2C40A8EAD4DD806F9C6F</vt:lpwstr>
  </property>
  <property fmtid="{D5CDD505-2E9C-101B-9397-08002B2CF9AE}" pid="3" name="NXPowerLiteLastOptimized">
    <vt:lpwstr>10239970</vt:lpwstr>
  </property>
  <property fmtid="{D5CDD505-2E9C-101B-9397-08002B2CF9AE}" pid="4" name="NXPowerLiteSettings">
    <vt:lpwstr>6980073804F000</vt:lpwstr>
  </property>
  <property fmtid="{D5CDD505-2E9C-101B-9397-08002B2CF9AE}" pid="5" name="NXPowerLiteVersion">
    <vt:lpwstr>D10.0.1</vt:lpwstr>
  </property>
</Properties>
</file>